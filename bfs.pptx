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DDD810-7AEB-40DB-89B5-4E614B968FBB}" v="82" dt="2022-05-10T13:19:55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32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 Andy" userId="e5dcc3e03b2de5ba" providerId="LiveId" clId="{C3DDD810-7AEB-40DB-89B5-4E614B968FBB}"/>
    <pc:docChg chg="undo custSel addSld modSld">
      <pc:chgData name="Cui Andy" userId="e5dcc3e03b2de5ba" providerId="LiveId" clId="{C3DDD810-7AEB-40DB-89B5-4E614B968FBB}" dt="2022-05-10T13:20:12.434" v="1421" actId="1076"/>
      <pc:docMkLst>
        <pc:docMk/>
      </pc:docMkLst>
      <pc:sldChg chg="addSp modSp new mod setBg addAnim">
        <pc:chgData name="Cui Andy" userId="e5dcc3e03b2de5ba" providerId="LiveId" clId="{C3DDD810-7AEB-40DB-89B5-4E614B968FBB}" dt="2022-05-10T11:08:21.932" v="113"/>
        <pc:sldMkLst>
          <pc:docMk/>
          <pc:sldMk cId="3577393573" sldId="256"/>
        </pc:sldMkLst>
        <pc:spChg chg="mod or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2" creationId="{3D232D46-CAAB-B130-626B-93C260258B90}"/>
          </ac:spMkLst>
        </pc:spChg>
        <pc:spChg chg="mo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3" creationId="{8FE798CA-C1A3-F251-3887-A830BA2346E0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8" creationId="{88294908-8B00-4F58-BBBA-20F71A40AA9E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10" creationId="{4364C879-1404-4203-8E9D-CC5DE0A621A2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12" creationId="{84617302-4B0D-4351-A6BB-6F0930D943AC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14" creationId="{DA2C7802-C2E0-4218-8F89-8DD7CCD2CD1C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16" creationId="{A6D7111A-21E5-4EE9-8A78-10E5530F0116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18" creationId="{A3969E80-A77B-49FC-9122-D89AFD5EE118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20" creationId="{1849CA57-76BD-4CF2-80BA-D7A46A01B7B1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22" creationId="{35E9085E-E730-4768-83D4-6CB7E9897153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24" creationId="{973272FE-A474-4CAE-8CA2-BCC8B476C3F4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26" creationId="{E07981EA-05A6-437C-88D7-B377B92B031D}"/>
          </ac:spMkLst>
        </pc:spChg>
        <pc:spChg chg="add">
          <ac:chgData name="Cui Andy" userId="e5dcc3e03b2de5ba" providerId="LiveId" clId="{C3DDD810-7AEB-40DB-89B5-4E614B968FBB}" dt="2022-05-10T11:08:21.932" v="111" actId="26606"/>
          <ac:spMkLst>
            <pc:docMk/>
            <pc:sldMk cId="3577393573" sldId="256"/>
            <ac:spMk id="28" creationId="{15E3C750-986E-4769-B1AE-49289FBEE757}"/>
          </ac:spMkLst>
        </pc:spChg>
      </pc:sldChg>
      <pc:sldChg chg="addSp delSp modSp new mod setBg">
        <pc:chgData name="Cui Andy" userId="e5dcc3e03b2de5ba" providerId="LiveId" clId="{C3DDD810-7AEB-40DB-89B5-4E614B968FBB}" dt="2022-05-10T11:08:09.414" v="110" actId="26606"/>
        <pc:sldMkLst>
          <pc:docMk/>
          <pc:sldMk cId="1322186918" sldId="257"/>
        </pc:sldMkLst>
        <pc:spChg chg="mod">
          <ac:chgData name="Cui Andy" userId="e5dcc3e03b2de5ba" providerId="LiveId" clId="{C3DDD810-7AEB-40DB-89B5-4E614B968FBB}" dt="2022-05-10T11:08:09.414" v="110" actId="26606"/>
          <ac:spMkLst>
            <pc:docMk/>
            <pc:sldMk cId="1322186918" sldId="257"/>
            <ac:spMk id="2" creationId="{D6BA40F9-8DC0-86BD-95E5-85F10FC44A75}"/>
          </ac:spMkLst>
        </pc:spChg>
        <pc:spChg chg="mod">
          <ac:chgData name="Cui Andy" userId="e5dcc3e03b2de5ba" providerId="LiveId" clId="{C3DDD810-7AEB-40DB-89B5-4E614B968FBB}" dt="2022-05-10T11:08:09.414" v="110" actId="26606"/>
          <ac:spMkLst>
            <pc:docMk/>
            <pc:sldMk cId="1322186918" sldId="257"/>
            <ac:spMk id="3" creationId="{0167F8A7-09DC-CE50-F567-AD042B140C57}"/>
          </ac:spMkLst>
        </pc:spChg>
        <pc:spChg chg="add del">
          <ac:chgData name="Cui Andy" userId="e5dcc3e03b2de5ba" providerId="LiveId" clId="{C3DDD810-7AEB-40DB-89B5-4E614B968FBB}" dt="2022-05-10T11:03:48.383" v="51" actId="22"/>
          <ac:spMkLst>
            <pc:docMk/>
            <pc:sldMk cId="1322186918" sldId="257"/>
            <ac:spMk id="5" creationId="{38A192E4-8777-7A07-4637-9BB56A4B2149}"/>
          </ac:spMkLst>
        </pc:spChg>
        <pc:spChg chg="add">
          <ac:chgData name="Cui Andy" userId="e5dcc3e03b2de5ba" providerId="LiveId" clId="{C3DDD810-7AEB-40DB-89B5-4E614B968FBB}" dt="2022-05-10T11:08:09.414" v="110" actId="26606"/>
          <ac:spMkLst>
            <pc:docMk/>
            <pc:sldMk cId="1322186918" sldId="257"/>
            <ac:spMk id="12" creationId="{2B566528-1B12-4246-9431-5C2D7D081168}"/>
          </ac:spMkLst>
        </pc:spChg>
        <pc:grpChg chg="add">
          <ac:chgData name="Cui Andy" userId="e5dcc3e03b2de5ba" providerId="LiveId" clId="{C3DDD810-7AEB-40DB-89B5-4E614B968FBB}" dt="2022-05-10T11:08:09.414" v="110" actId="26606"/>
          <ac:grpSpMkLst>
            <pc:docMk/>
            <pc:sldMk cId="1322186918" sldId="257"/>
            <ac:grpSpMk id="14" creationId="{828A5161-06F1-46CF-8AD7-844680A59E13}"/>
          </ac:grpSpMkLst>
        </pc:grpChg>
        <pc:grpChg chg="add">
          <ac:chgData name="Cui Andy" userId="e5dcc3e03b2de5ba" providerId="LiveId" clId="{C3DDD810-7AEB-40DB-89B5-4E614B968FBB}" dt="2022-05-10T11:08:09.414" v="110" actId="26606"/>
          <ac:grpSpMkLst>
            <pc:docMk/>
            <pc:sldMk cId="1322186918" sldId="257"/>
            <ac:grpSpMk id="18" creationId="{5995D10D-E9C9-47DB-AE7E-801FEF38F5C9}"/>
          </ac:grpSpMkLst>
        </pc:grpChg>
        <pc:picChg chg="add mod">
          <ac:chgData name="Cui Andy" userId="e5dcc3e03b2de5ba" providerId="LiveId" clId="{C3DDD810-7AEB-40DB-89B5-4E614B968FBB}" dt="2022-05-10T11:08:09.414" v="110" actId="26606"/>
          <ac:picMkLst>
            <pc:docMk/>
            <pc:sldMk cId="1322186918" sldId="257"/>
            <ac:picMk id="7" creationId="{73314289-98CE-2AF3-2185-E06C5B6C034E}"/>
          </ac:picMkLst>
        </pc:picChg>
      </pc:sldChg>
      <pc:sldChg chg="addSp delSp modSp new mod">
        <pc:chgData name="Cui Andy" userId="e5dcc3e03b2de5ba" providerId="LiveId" clId="{C3DDD810-7AEB-40DB-89B5-4E614B968FBB}" dt="2022-05-10T12:23:29.877" v="1371" actId="20577"/>
        <pc:sldMkLst>
          <pc:docMk/>
          <pc:sldMk cId="3898961754" sldId="258"/>
        </pc:sldMkLst>
        <pc:spChg chg="mod">
          <ac:chgData name="Cui Andy" userId="e5dcc3e03b2de5ba" providerId="LiveId" clId="{C3DDD810-7AEB-40DB-89B5-4E614B968FBB}" dt="2022-05-10T11:08:56.447" v="134" actId="20577"/>
          <ac:spMkLst>
            <pc:docMk/>
            <pc:sldMk cId="3898961754" sldId="258"/>
            <ac:spMk id="2" creationId="{33072C26-1806-E601-D1A9-BF16D9A47530}"/>
          </ac:spMkLst>
        </pc:spChg>
        <pc:spChg chg="del">
          <ac:chgData name="Cui Andy" userId="e5dcc3e03b2de5ba" providerId="LiveId" clId="{C3DDD810-7AEB-40DB-89B5-4E614B968FBB}" dt="2022-05-10T11:09:10.921" v="135" actId="478"/>
          <ac:spMkLst>
            <pc:docMk/>
            <pc:sldMk cId="3898961754" sldId="258"/>
            <ac:spMk id="3" creationId="{3EBD89E8-AE87-68AE-4FA6-27726D03F011}"/>
          </ac:spMkLst>
        </pc:spChg>
        <pc:spChg chg="add mod">
          <ac:chgData name="Cui Andy" userId="e5dcc3e03b2de5ba" providerId="LiveId" clId="{C3DDD810-7AEB-40DB-89B5-4E614B968FBB}" dt="2022-05-10T12:23:29.877" v="1371" actId="20577"/>
          <ac:spMkLst>
            <pc:docMk/>
            <pc:sldMk cId="3898961754" sldId="258"/>
            <ac:spMk id="3" creationId="{5426EF79-522B-4372-4A2B-E61857D7FF23}"/>
          </ac:spMkLst>
        </pc:spChg>
        <pc:spChg chg="add mod">
          <ac:chgData name="Cui Andy" userId="e5dcc3e03b2de5ba" providerId="LiveId" clId="{C3DDD810-7AEB-40DB-89B5-4E614B968FBB}" dt="2022-05-10T11:10:21.870" v="151" actId="1076"/>
          <ac:spMkLst>
            <pc:docMk/>
            <pc:sldMk cId="3898961754" sldId="258"/>
            <ac:spMk id="4" creationId="{61232035-6B6F-3E48-2007-EFF0E260EF68}"/>
          </ac:spMkLst>
        </pc:spChg>
        <pc:spChg chg="add mod">
          <ac:chgData name="Cui Andy" userId="e5dcc3e03b2de5ba" providerId="LiveId" clId="{C3DDD810-7AEB-40DB-89B5-4E614B968FBB}" dt="2022-05-10T11:12:50.455" v="177" actId="20577"/>
          <ac:spMkLst>
            <pc:docMk/>
            <pc:sldMk cId="3898961754" sldId="258"/>
            <ac:spMk id="5" creationId="{09000DC2-AF87-DD97-BA7A-8D92AB727BC5}"/>
          </ac:spMkLst>
        </pc:spChg>
        <pc:spChg chg="add mod">
          <ac:chgData name="Cui Andy" userId="e5dcc3e03b2de5ba" providerId="LiveId" clId="{C3DDD810-7AEB-40DB-89B5-4E614B968FBB}" dt="2022-05-10T11:12:53.373" v="179" actId="20577"/>
          <ac:spMkLst>
            <pc:docMk/>
            <pc:sldMk cId="3898961754" sldId="258"/>
            <ac:spMk id="6" creationId="{14BA56E7-1721-1E35-1FBF-F7A0AA8CB06F}"/>
          </ac:spMkLst>
        </pc:spChg>
        <pc:spChg chg="add mod">
          <ac:chgData name="Cui Andy" userId="e5dcc3e03b2de5ba" providerId="LiveId" clId="{C3DDD810-7AEB-40DB-89B5-4E614B968FBB}" dt="2022-05-10T11:12:56.408" v="181" actId="20577"/>
          <ac:spMkLst>
            <pc:docMk/>
            <pc:sldMk cId="3898961754" sldId="258"/>
            <ac:spMk id="7" creationId="{86B8D4B9-E1A0-1476-17D8-D0F4C40CA9F9}"/>
          </ac:spMkLst>
        </pc:spChg>
        <pc:spChg chg="add mod">
          <ac:chgData name="Cui Andy" userId="e5dcc3e03b2de5ba" providerId="LiveId" clId="{C3DDD810-7AEB-40DB-89B5-4E614B968FBB}" dt="2022-05-10T11:12:59.816" v="183" actId="20577"/>
          <ac:spMkLst>
            <pc:docMk/>
            <pc:sldMk cId="3898961754" sldId="258"/>
            <ac:spMk id="8" creationId="{4D1408E2-23C4-4836-60A9-81A9782DCAB8}"/>
          </ac:spMkLst>
        </pc:spChg>
        <pc:spChg chg="add mod">
          <ac:chgData name="Cui Andy" userId="e5dcc3e03b2de5ba" providerId="LiveId" clId="{C3DDD810-7AEB-40DB-89B5-4E614B968FBB}" dt="2022-05-10T11:13:03.668" v="185" actId="20577"/>
          <ac:spMkLst>
            <pc:docMk/>
            <pc:sldMk cId="3898961754" sldId="258"/>
            <ac:spMk id="9" creationId="{718FC8BD-B005-B322-5280-99F4A979932F}"/>
          </ac:spMkLst>
        </pc:spChg>
        <pc:grpChg chg="mod">
          <ac:chgData name="Cui Andy" userId="e5dcc3e03b2de5ba" providerId="LiveId" clId="{C3DDD810-7AEB-40DB-89B5-4E614B968FBB}" dt="2022-05-10T11:10:51.262" v="158"/>
          <ac:grpSpMkLst>
            <pc:docMk/>
            <pc:sldMk cId="3898961754" sldId="258"/>
            <ac:grpSpMk id="13" creationId="{A2761A3E-7441-0EB7-45D1-CDD45BCD8544}"/>
          </ac:grpSpMkLst>
        </pc:grpChg>
        <pc:inkChg chg="add del">
          <ac:chgData name="Cui Andy" userId="e5dcc3e03b2de5ba" providerId="LiveId" clId="{C3DDD810-7AEB-40DB-89B5-4E614B968FBB}" dt="2022-05-10T11:10:36.853" v="153" actId="9405"/>
          <ac:inkMkLst>
            <pc:docMk/>
            <pc:sldMk cId="3898961754" sldId="258"/>
            <ac:inkMk id="10" creationId="{B266EBDA-6F7B-FFBB-7229-953D0AC1C8D1}"/>
          </ac:inkMkLst>
        </pc:inkChg>
        <pc:inkChg chg="add del mod">
          <ac:chgData name="Cui Andy" userId="e5dcc3e03b2de5ba" providerId="LiveId" clId="{C3DDD810-7AEB-40DB-89B5-4E614B968FBB}" dt="2022-05-10T11:10:52.063" v="159" actId="9405"/>
          <ac:inkMkLst>
            <pc:docMk/>
            <pc:sldMk cId="3898961754" sldId="258"/>
            <ac:inkMk id="11" creationId="{56B5A773-1764-AA5F-732B-CA7EFA0176AB}"/>
          </ac:inkMkLst>
        </pc:inkChg>
        <pc:inkChg chg="add del mod">
          <ac:chgData name="Cui Andy" userId="e5dcc3e03b2de5ba" providerId="LiveId" clId="{C3DDD810-7AEB-40DB-89B5-4E614B968FBB}" dt="2022-05-10T11:10:51.262" v="158"/>
          <ac:inkMkLst>
            <pc:docMk/>
            <pc:sldMk cId="3898961754" sldId="258"/>
            <ac:inkMk id="12" creationId="{A1D4EE17-898B-57EF-641B-1A15BEB9D03A}"/>
          </ac:inkMkLst>
        </pc:inkChg>
        <pc:cxnChg chg="add mod">
          <ac:chgData name="Cui Andy" userId="e5dcc3e03b2de5ba" providerId="LiveId" clId="{C3DDD810-7AEB-40DB-89B5-4E614B968FBB}" dt="2022-05-10T11:11:11.390" v="161" actId="13822"/>
          <ac:cxnSpMkLst>
            <pc:docMk/>
            <pc:sldMk cId="3898961754" sldId="258"/>
            <ac:cxnSpMk id="15" creationId="{E8D5CCD9-A00B-ADF8-CAC6-F2F51C749AFF}"/>
          </ac:cxnSpMkLst>
        </pc:cxnChg>
        <pc:cxnChg chg="add mod">
          <ac:chgData name="Cui Andy" userId="e5dcc3e03b2de5ba" providerId="LiveId" clId="{C3DDD810-7AEB-40DB-89B5-4E614B968FBB}" dt="2022-05-10T11:11:24.965" v="163" actId="13822"/>
          <ac:cxnSpMkLst>
            <pc:docMk/>
            <pc:sldMk cId="3898961754" sldId="258"/>
            <ac:cxnSpMk id="17" creationId="{C431B2F7-8F5E-B63C-17FC-3C98BB60846C}"/>
          </ac:cxnSpMkLst>
        </pc:cxnChg>
        <pc:cxnChg chg="add mod">
          <ac:chgData name="Cui Andy" userId="e5dcc3e03b2de5ba" providerId="LiveId" clId="{C3DDD810-7AEB-40DB-89B5-4E614B968FBB}" dt="2022-05-10T11:11:45.944" v="165" actId="13822"/>
          <ac:cxnSpMkLst>
            <pc:docMk/>
            <pc:sldMk cId="3898961754" sldId="258"/>
            <ac:cxnSpMk id="19" creationId="{FFAA760A-A430-717D-970A-03704CA9DBAE}"/>
          </ac:cxnSpMkLst>
        </pc:cxnChg>
        <pc:cxnChg chg="add mod">
          <ac:chgData name="Cui Andy" userId="e5dcc3e03b2de5ba" providerId="LiveId" clId="{C3DDD810-7AEB-40DB-89B5-4E614B968FBB}" dt="2022-05-10T11:11:55.673" v="167" actId="13822"/>
          <ac:cxnSpMkLst>
            <pc:docMk/>
            <pc:sldMk cId="3898961754" sldId="258"/>
            <ac:cxnSpMk id="21" creationId="{BA03D948-F952-E6D0-CD35-C0DEB1BDAA22}"/>
          </ac:cxnSpMkLst>
        </pc:cxnChg>
        <pc:cxnChg chg="add mod">
          <ac:chgData name="Cui Andy" userId="e5dcc3e03b2de5ba" providerId="LiveId" clId="{C3DDD810-7AEB-40DB-89B5-4E614B968FBB}" dt="2022-05-10T11:12:05.335" v="169" actId="13822"/>
          <ac:cxnSpMkLst>
            <pc:docMk/>
            <pc:sldMk cId="3898961754" sldId="258"/>
            <ac:cxnSpMk id="23" creationId="{8DE2EF90-E621-F3C5-BEF8-9D99A8B89082}"/>
          </ac:cxnSpMkLst>
        </pc:cxnChg>
        <pc:cxnChg chg="add mod">
          <ac:chgData name="Cui Andy" userId="e5dcc3e03b2de5ba" providerId="LiveId" clId="{C3DDD810-7AEB-40DB-89B5-4E614B968FBB}" dt="2022-05-10T11:12:18.531" v="171" actId="13822"/>
          <ac:cxnSpMkLst>
            <pc:docMk/>
            <pc:sldMk cId="3898961754" sldId="258"/>
            <ac:cxnSpMk id="25" creationId="{AD8E6A48-6BEE-D228-F298-CE7F7291CD64}"/>
          </ac:cxnSpMkLst>
        </pc:cxnChg>
        <pc:cxnChg chg="add mod">
          <ac:chgData name="Cui Andy" userId="e5dcc3e03b2de5ba" providerId="LiveId" clId="{C3DDD810-7AEB-40DB-89B5-4E614B968FBB}" dt="2022-05-10T11:12:30.205" v="173" actId="13822"/>
          <ac:cxnSpMkLst>
            <pc:docMk/>
            <pc:sldMk cId="3898961754" sldId="258"/>
            <ac:cxnSpMk id="27" creationId="{1BD8827B-70A4-C1FE-A7B5-E694FCE914E0}"/>
          </ac:cxnSpMkLst>
        </pc:cxnChg>
        <pc:cxnChg chg="add mod">
          <ac:chgData name="Cui Andy" userId="e5dcc3e03b2de5ba" providerId="LiveId" clId="{C3DDD810-7AEB-40DB-89B5-4E614B968FBB}" dt="2022-05-10T11:12:44.176" v="175" actId="13822"/>
          <ac:cxnSpMkLst>
            <pc:docMk/>
            <pc:sldMk cId="3898961754" sldId="258"/>
            <ac:cxnSpMk id="29" creationId="{49711BCE-1F97-FCEB-3A3F-E4766983B381}"/>
          </ac:cxnSpMkLst>
        </pc:cxnChg>
      </pc:sldChg>
      <pc:sldChg chg="addSp delSp modSp new mod modTransition">
        <pc:chgData name="Cui Andy" userId="e5dcc3e03b2de5ba" providerId="LiveId" clId="{C3DDD810-7AEB-40DB-89B5-4E614B968FBB}" dt="2022-05-10T11:18:32.991" v="275" actId="20577"/>
        <pc:sldMkLst>
          <pc:docMk/>
          <pc:sldMk cId="2831118793" sldId="259"/>
        </pc:sldMkLst>
        <pc:spChg chg="mod">
          <ac:chgData name="Cui Andy" userId="e5dcc3e03b2de5ba" providerId="LiveId" clId="{C3DDD810-7AEB-40DB-89B5-4E614B968FBB}" dt="2022-05-10T11:13:49.812" v="218" actId="20577"/>
          <ac:spMkLst>
            <pc:docMk/>
            <pc:sldMk cId="2831118793" sldId="259"/>
            <ac:spMk id="2" creationId="{BD13850F-14D2-44DD-27E2-11D65B6D530F}"/>
          </ac:spMkLst>
        </pc:spChg>
        <pc:spChg chg="del">
          <ac:chgData name="Cui Andy" userId="e5dcc3e03b2de5ba" providerId="LiveId" clId="{C3DDD810-7AEB-40DB-89B5-4E614B968FBB}" dt="2022-05-10T11:13:52.775" v="219" actId="478"/>
          <ac:spMkLst>
            <pc:docMk/>
            <pc:sldMk cId="2831118793" sldId="259"/>
            <ac:spMk id="3" creationId="{89B1A976-8F67-FF06-73C9-2BF2BB7F5529}"/>
          </ac:spMkLst>
        </pc:spChg>
        <pc:spChg chg="add mod">
          <ac:chgData name="Cui Andy" userId="e5dcc3e03b2de5ba" providerId="LiveId" clId="{C3DDD810-7AEB-40DB-89B5-4E614B968FBB}" dt="2022-05-10T11:13:54.171" v="220"/>
          <ac:spMkLst>
            <pc:docMk/>
            <pc:sldMk cId="2831118793" sldId="259"/>
            <ac:spMk id="4" creationId="{F52E0F0C-29E7-EF19-7DE7-0857B13BEB15}"/>
          </ac:spMkLst>
        </pc:spChg>
        <pc:spChg chg="add mod">
          <ac:chgData name="Cui Andy" userId="e5dcc3e03b2de5ba" providerId="LiveId" clId="{C3DDD810-7AEB-40DB-89B5-4E614B968FBB}" dt="2022-05-10T11:13:54.171" v="220"/>
          <ac:spMkLst>
            <pc:docMk/>
            <pc:sldMk cId="2831118793" sldId="259"/>
            <ac:spMk id="5" creationId="{01AA2AFC-5398-3B9B-31E2-79841F7BC02D}"/>
          </ac:spMkLst>
        </pc:spChg>
        <pc:spChg chg="add mod">
          <ac:chgData name="Cui Andy" userId="e5dcc3e03b2de5ba" providerId="LiveId" clId="{C3DDD810-7AEB-40DB-89B5-4E614B968FBB}" dt="2022-05-10T11:13:54.171" v="220"/>
          <ac:spMkLst>
            <pc:docMk/>
            <pc:sldMk cId="2831118793" sldId="259"/>
            <ac:spMk id="6" creationId="{D3AE0DF1-784C-D89C-29EF-B8A16B061744}"/>
          </ac:spMkLst>
        </pc:spChg>
        <pc:spChg chg="add mod">
          <ac:chgData name="Cui Andy" userId="e5dcc3e03b2de5ba" providerId="LiveId" clId="{C3DDD810-7AEB-40DB-89B5-4E614B968FBB}" dt="2022-05-10T11:13:54.171" v="220"/>
          <ac:spMkLst>
            <pc:docMk/>
            <pc:sldMk cId="2831118793" sldId="259"/>
            <ac:spMk id="7" creationId="{4B86D270-671E-DE8C-151C-F42F5349A0D3}"/>
          </ac:spMkLst>
        </pc:spChg>
        <pc:spChg chg="add mod">
          <ac:chgData name="Cui Andy" userId="e5dcc3e03b2de5ba" providerId="LiveId" clId="{C3DDD810-7AEB-40DB-89B5-4E614B968FBB}" dt="2022-05-10T11:13:54.171" v="220"/>
          <ac:spMkLst>
            <pc:docMk/>
            <pc:sldMk cId="2831118793" sldId="259"/>
            <ac:spMk id="8" creationId="{7AB1CC58-DCE6-D0FA-39A4-684DFFF9C45F}"/>
          </ac:spMkLst>
        </pc:spChg>
        <pc:spChg chg="add mod">
          <ac:chgData name="Cui Andy" userId="e5dcc3e03b2de5ba" providerId="LiveId" clId="{C3DDD810-7AEB-40DB-89B5-4E614B968FBB}" dt="2022-05-10T11:13:54.171" v="220"/>
          <ac:spMkLst>
            <pc:docMk/>
            <pc:sldMk cId="2831118793" sldId="259"/>
            <ac:spMk id="9" creationId="{B278221C-1037-E209-580F-373E3AB79A3E}"/>
          </ac:spMkLst>
        </pc:spChg>
        <pc:spChg chg="add mod ord">
          <ac:chgData name="Cui Andy" userId="e5dcc3e03b2de5ba" providerId="LiveId" clId="{C3DDD810-7AEB-40DB-89B5-4E614B968FBB}" dt="2022-05-10T11:15:08.316" v="227" actId="1076"/>
          <ac:spMkLst>
            <pc:docMk/>
            <pc:sldMk cId="2831118793" sldId="259"/>
            <ac:spMk id="18" creationId="{CFE6F6A3-0FFA-CB88-5302-FA91D0D05107}"/>
          </ac:spMkLst>
        </pc:spChg>
        <pc:spChg chg="add del mod">
          <ac:chgData name="Cui Andy" userId="e5dcc3e03b2de5ba" providerId="LiveId" clId="{C3DDD810-7AEB-40DB-89B5-4E614B968FBB}" dt="2022-05-10T11:16:55.039" v="262"/>
          <ac:spMkLst>
            <pc:docMk/>
            <pc:sldMk cId="2831118793" sldId="259"/>
            <ac:spMk id="19" creationId="{3FD0CD8C-51A9-FEDE-EBE6-5BF9D4437CCB}"/>
          </ac:spMkLst>
        </pc:spChg>
        <pc:spChg chg="add mod">
          <ac:chgData name="Cui Andy" userId="e5dcc3e03b2de5ba" providerId="LiveId" clId="{C3DDD810-7AEB-40DB-89B5-4E614B968FBB}" dt="2022-05-10T11:18:32.991" v="275" actId="20577"/>
          <ac:spMkLst>
            <pc:docMk/>
            <pc:sldMk cId="2831118793" sldId="259"/>
            <ac:spMk id="22" creationId="{E8B6D800-7572-4437-D18F-29A91A126721}"/>
          </ac:spMkLst>
        </pc:sp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0" creationId="{59C8983D-6231-3430-F764-E1759AEAC2B5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1" creationId="{8095932E-FA7D-2D68-EAF6-87296BBB52C2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2" creationId="{A2F83E0C-CA73-BE0F-28EF-84FF0F7FE281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3" creationId="{E3F1762D-BFB2-A841-74F1-51790AB08F82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4" creationId="{8749F909-76E2-31A1-6FBD-8214A43346A0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5" creationId="{60A7BEC8-767D-67BF-BABE-652F40B98F74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6" creationId="{E1A09998-E968-5196-AB45-48F3A2D31FBD}"/>
          </ac:cxnSpMkLst>
        </pc:cxnChg>
        <pc:cxnChg chg="add mod">
          <ac:chgData name="Cui Andy" userId="e5dcc3e03b2de5ba" providerId="LiveId" clId="{C3DDD810-7AEB-40DB-89B5-4E614B968FBB}" dt="2022-05-10T11:13:54.171" v="220"/>
          <ac:cxnSpMkLst>
            <pc:docMk/>
            <pc:sldMk cId="2831118793" sldId="259"/>
            <ac:cxnSpMk id="17" creationId="{4F54BD65-AB65-CE12-07A6-FF5AFF96C240}"/>
          </ac:cxnSpMkLst>
        </pc:cxnChg>
        <pc:cxnChg chg="add del mod">
          <ac:chgData name="Cui Andy" userId="e5dcc3e03b2de5ba" providerId="LiveId" clId="{C3DDD810-7AEB-40DB-89B5-4E614B968FBB}" dt="2022-05-10T11:16:04.655" v="247" actId="478"/>
          <ac:cxnSpMkLst>
            <pc:docMk/>
            <pc:sldMk cId="2831118793" sldId="259"/>
            <ac:cxnSpMk id="21" creationId="{337650FF-9010-42C1-F03D-896ABC8689CD}"/>
          </ac:cxnSpMkLst>
        </pc:cxnChg>
      </pc:sldChg>
      <pc:sldChg chg="addSp delSp modSp new mod">
        <pc:chgData name="Cui Andy" userId="e5dcc3e03b2de5ba" providerId="LiveId" clId="{C3DDD810-7AEB-40DB-89B5-4E614B968FBB}" dt="2022-05-10T11:26:50.459" v="416" actId="1076"/>
        <pc:sldMkLst>
          <pc:docMk/>
          <pc:sldMk cId="665809081" sldId="260"/>
        </pc:sldMkLst>
        <pc:spChg chg="mod">
          <ac:chgData name="Cui Andy" userId="e5dcc3e03b2de5ba" providerId="LiveId" clId="{C3DDD810-7AEB-40DB-89B5-4E614B968FBB}" dt="2022-05-10T11:26:30.654" v="414" actId="1076"/>
          <ac:spMkLst>
            <pc:docMk/>
            <pc:sldMk cId="665809081" sldId="260"/>
            <ac:spMk id="2" creationId="{B000E126-038B-FA26-8CE3-6AD5271E62F2}"/>
          </ac:spMkLst>
        </pc:spChg>
        <pc:spChg chg="del">
          <ac:chgData name="Cui Andy" userId="e5dcc3e03b2de5ba" providerId="LiveId" clId="{C3DDD810-7AEB-40DB-89B5-4E614B968FBB}" dt="2022-05-10T11:18:50.078" v="277" actId="478"/>
          <ac:spMkLst>
            <pc:docMk/>
            <pc:sldMk cId="665809081" sldId="260"/>
            <ac:spMk id="3" creationId="{CAAF332C-79A9-9DF9-FA65-A0DE3B250414}"/>
          </ac:spMkLst>
        </pc:spChg>
        <pc:spChg chg="add mo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4" creationId="{0481903E-2141-0E64-F600-94B47AE765D1}"/>
          </ac:spMkLst>
        </pc:spChg>
        <pc:spChg chg="add mo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5" creationId="{7BE7ED0D-6DB9-D9EB-0F71-E24B8AE7A37C}"/>
          </ac:spMkLst>
        </pc:spChg>
        <pc:spChg chg="add mo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6" creationId="{381DE5F1-5B1D-A9E9-14C5-B8412B3F746C}"/>
          </ac:spMkLst>
        </pc:spChg>
        <pc:spChg chg="add mo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7" creationId="{AF0CA1E7-85CD-AF48-09A2-27969BD392F5}"/>
          </ac:spMkLst>
        </pc:spChg>
        <pc:spChg chg="add mo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8" creationId="{46832E7B-0E32-322D-CCD4-3B391C5E67C2}"/>
          </ac:spMkLst>
        </pc:spChg>
        <pc:spChg chg="add mo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9" creationId="{2139D375-EF56-79EF-9D45-A43402DEDBDB}"/>
          </ac:spMkLst>
        </pc:spChg>
        <pc:spChg chg="add mod or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18" creationId="{D2AFF9AA-1E5F-BDAB-E296-CF1C405CE0B7}"/>
          </ac:spMkLst>
        </pc:spChg>
        <pc:spChg chg="add mod ord">
          <ac:chgData name="Cui Andy" userId="e5dcc3e03b2de5ba" providerId="LiveId" clId="{C3DDD810-7AEB-40DB-89B5-4E614B968FBB}" dt="2022-05-10T11:26:50.459" v="416" actId="1076"/>
          <ac:spMkLst>
            <pc:docMk/>
            <pc:sldMk cId="665809081" sldId="260"/>
            <ac:spMk id="19" creationId="{B98F065B-47FC-B521-8CD2-FEF020BF1343}"/>
          </ac:spMkLst>
        </pc:spChg>
        <pc:spChg chg="add mod">
          <ac:chgData name="Cui Andy" userId="e5dcc3e03b2de5ba" providerId="LiveId" clId="{C3DDD810-7AEB-40DB-89B5-4E614B968FBB}" dt="2022-05-10T11:21:50.951" v="353" actId="1076"/>
          <ac:spMkLst>
            <pc:docMk/>
            <pc:sldMk cId="665809081" sldId="260"/>
            <ac:spMk id="42" creationId="{3CDC9281-5EDB-5E80-942E-C63DCCEDBB11}"/>
          </ac:spMkLst>
        </pc:spChg>
        <pc:spChg chg="add mod">
          <ac:chgData name="Cui Andy" userId="e5dcc3e03b2de5ba" providerId="LiveId" clId="{C3DDD810-7AEB-40DB-89B5-4E614B968FBB}" dt="2022-05-10T11:25:34.189" v="399" actId="1076"/>
          <ac:spMkLst>
            <pc:docMk/>
            <pc:sldMk cId="665809081" sldId="260"/>
            <ac:spMk id="44" creationId="{4EFBB2A7-95E4-D04F-5162-DE11834E5A6C}"/>
          </ac:spMkLst>
        </pc:spChg>
        <pc:spChg chg="add mod">
          <ac:chgData name="Cui Andy" userId="e5dcc3e03b2de5ba" providerId="LiveId" clId="{C3DDD810-7AEB-40DB-89B5-4E614B968FBB}" dt="2022-05-10T11:25:46.280" v="406" actId="20577"/>
          <ac:spMkLst>
            <pc:docMk/>
            <pc:sldMk cId="665809081" sldId="260"/>
            <ac:spMk id="45" creationId="{FE4BC78E-C7AD-F6C1-96EF-9FBA1C37AB6A}"/>
          </ac:spMkLst>
        </pc:spChg>
        <pc:spChg chg="add mod">
          <ac:chgData name="Cui Andy" userId="e5dcc3e03b2de5ba" providerId="LiveId" clId="{C3DDD810-7AEB-40DB-89B5-4E614B968FBB}" dt="2022-05-10T11:25:42.883" v="404" actId="20577"/>
          <ac:spMkLst>
            <pc:docMk/>
            <pc:sldMk cId="665809081" sldId="260"/>
            <ac:spMk id="46" creationId="{BFD0F47D-FB53-6057-EFEB-6F623CE4BA7A}"/>
          </ac:spMkLst>
        </pc:spChg>
        <pc:grpChg chg="add del mod">
          <ac:chgData name="Cui Andy" userId="e5dcc3e03b2de5ba" providerId="LiveId" clId="{C3DDD810-7AEB-40DB-89B5-4E614B968FBB}" dt="2022-05-10T11:21:14.546" v="324"/>
          <ac:grpSpMkLst>
            <pc:docMk/>
            <pc:sldMk cId="665809081" sldId="260"/>
            <ac:grpSpMk id="30" creationId="{0DE14647-AB78-B0E7-5C53-8EEAF84D32F5}"/>
          </ac:grpSpMkLst>
        </pc:grpChg>
        <pc:grpChg chg="add del mod">
          <ac:chgData name="Cui Andy" userId="e5dcc3e03b2de5ba" providerId="LiveId" clId="{C3DDD810-7AEB-40DB-89B5-4E614B968FBB}" dt="2022-05-10T11:21:14.341" v="322"/>
          <ac:grpSpMkLst>
            <pc:docMk/>
            <pc:sldMk cId="665809081" sldId="260"/>
            <ac:grpSpMk id="32" creationId="{8142134B-F6F2-8A0C-6F41-716069ADC2A9}"/>
          </ac:grpSpMkLst>
        </pc:grpChg>
        <pc:grpChg chg="add del mod">
          <ac:chgData name="Cui Andy" userId="e5dcc3e03b2de5ba" providerId="LiveId" clId="{C3DDD810-7AEB-40DB-89B5-4E614B968FBB}" dt="2022-05-10T11:21:13.748" v="318"/>
          <ac:grpSpMkLst>
            <pc:docMk/>
            <pc:sldMk cId="665809081" sldId="260"/>
            <ac:grpSpMk id="36" creationId="{26F1F1EB-A0D9-0E12-FA90-829BEF98692D}"/>
          </ac:grpSpMkLst>
        </pc:grpChg>
        <pc:grpChg chg="add del mod">
          <ac:chgData name="Cui Andy" userId="e5dcc3e03b2de5ba" providerId="LiveId" clId="{C3DDD810-7AEB-40DB-89B5-4E614B968FBB}" dt="2022-05-10T11:21:13.051" v="314"/>
          <ac:grpSpMkLst>
            <pc:docMk/>
            <pc:sldMk cId="665809081" sldId="260"/>
            <ac:grpSpMk id="40" creationId="{3DF2BB2A-17A1-6FDA-B9C7-06D31007A35B}"/>
          </ac:grpSpMkLst>
        </pc:grpChg>
        <pc:grpChg chg="mod">
          <ac:chgData name="Cui Andy" userId="e5dcc3e03b2de5ba" providerId="LiveId" clId="{C3DDD810-7AEB-40DB-89B5-4E614B968FBB}" dt="2022-05-10T11:21:13.051" v="314"/>
          <ac:grpSpMkLst>
            <pc:docMk/>
            <pc:sldMk cId="665809081" sldId="260"/>
            <ac:grpSpMk id="41" creationId="{0E6F40BB-1015-01D6-8003-DEDFE70F1715}"/>
          </ac:grpSpMkLst>
        </pc:grpChg>
        <pc:inkChg chg="add del">
          <ac:chgData name="Cui Andy" userId="e5dcc3e03b2de5ba" providerId="LiveId" clId="{C3DDD810-7AEB-40DB-89B5-4E614B968FBB}" dt="2022-05-10T11:20:16.185" v="293" actId="9405"/>
          <ac:inkMkLst>
            <pc:docMk/>
            <pc:sldMk cId="665809081" sldId="260"/>
            <ac:inkMk id="20" creationId="{3D054803-6AFE-FF61-AE74-3514EFEE2482}"/>
          </ac:inkMkLst>
        </pc:inkChg>
        <pc:inkChg chg="add del">
          <ac:chgData name="Cui Andy" userId="e5dcc3e03b2de5ba" providerId="LiveId" clId="{C3DDD810-7AEB-40DB-89B5-4E614B968FBB}" dt="2022-05-10T11:20:15.822" v="292" actId="9405"/>
          <ac:inkMkLst>
            <pc:docMk/>
            <pc:sldMk cId="665809081" sldId="260"/>
            <ac:inkMk id="21" creationId="{5E2905CF-7023-2934-9F77-BAE8FDC8D51F}"/>
          </ac:inkMkLst>
        </pc:inkChg>
        <pc:inkChg chg="add mod">
          <ac:chgData name="Cui Andy" userId="e5dcc3e03b2de5ba" providerId="LiveId" clId="{C3DDD810-7AEB-40DB-89B5-4E614B968FBB}" dt="2022-05-10T11:26:50.459" v="416" actId="1076"/>
          <ac:inkMkLst>
            <pc:docMk/>
            <pc:sldMk cId="665809081" sldId="260"/>
            <ac:inkMk id="22" creationId="{46CAF627-F76A-3EB2-8D92-13E8ED33116B}"/>
          </ac:inkMkLst>
        </pc:inkChg>
        <pc:inkChg chg="add mod">
          <ac:chgData name="Cui Andy" userId="e5dcc3e03b2de5ba" providerId="LiveId" clId="{C3DDD810-7AEB-40DB-89B5-4E614B968FBB}" dt="2022-05-10T11:26:50.459" v="416" actId="1076"/>
          <ac:inkMkLst>
            <pc:docMk/>
            <pc:sldMk cId="665809081" sldId="260"/>
            <ac:inkMk id="23" creationId="{42CF7C0D-09AB-35B6-07EB-E4328A684FD8}"/>
          </ac:inkMkLst>
        </pc:inkChg>
        <pc:inkChg chg="add mod">
          <ac:chgData name="Cui Andy" userId="e5dcc3e03b2de5ba" providerId="LiveId" clId="{C3DDD810-7AEB-40DB-89B5-4E614B968FBB}" dt="2022-05-10T11:26:50.459" v="416" actId="1076"/>
          <ac:inkMkLst>
            <pc:docMk/>
            <pc:sldMk cId="665809081" sldId="260"/>
            <ac:inkMk id="24" creationId="{1225D0A3-C0D5-58D1-1E98-5BC71C88D850}"/>
          </ac:inkMkLst>
        </pc:inkChg>
        <pc:inkChg chg="add mod">
          <ac:chgData name="Cui Andy" userId="e5dcc3e03b2de5ba" providerId="LiveId" clId="{C3DDD810-7AEB-40DB-89B5-4E614B968FBB}" dt="2022-05-10T11:26:50.459" v="416" actId="1076"/>
          <ac:inkMkLst>
            <pc:docMk/>
            <pc:sldMk cId="665809081" sldId="260"/>
            <ac:inkMk id="25" creationId="{C3A5C533-F9A4-27AB-E26F-FBCF98756157}"/>
          </ac:inkMkLst>
        </pc:inkChg>
        <pc:inkChg chg="add del mod">
          <ac:chgData name="Cui Andy" userId="e5dcc3e03b2de5ba" providerId="LiveId" clId="{C3DDD810-7AEB-40DB-89B5-4E614B968FBB}" dt="2022-05-10T11:21:15.837" v="327" actId="9405"/>
          <ac:inkMkLst>
            <pc:docMk/>
            <pc:sldMk cId="665809081" sldId="260"/>
            <ac:inkMk id="26" creationId="{F2F5AE1C-F654-7250-B9D9-69B6FE7F1256}"/>
          </ac:inkMkLst>
        </pc:inkChg>
        <pc:inkChg chg="add del mod">
          <ac:chgData name="Cui Andy" userId="e5dcc3e03b2de5ba" providerId="LiveId" clId="{C3DDD810-7AEB-40DB-89B5-4E614B968FBB}" dt="2022-05-10T11:21:15.040" v="326" actId="9405"/>
          <ac:inkMkLst>
            <pc:docMk/>
            <pc:sldMk cId="665809081" sldId="260"/>
            <ac:inkMk id="27" creationId="{433C2113-65E4-1984-D5D8-87F1615EF103}"/>
          </ac:inkMkLst>
        </pc:inkChg>
        <pc:inkChg chg="add del mod">
          <ac:chgData name="Cui Andy" userId="e5dcc3e03b2de5ba" providerId="LiveId" clId="{C3DDD810-7AEB-40DB-89B5-4E614B968FBB}" dt="2022-05-10T11:21:14.790" v="325" actId="9405"/>
          <ac:inkMkLst>
            <pc:docMk/>
            <pc:sldMk cId="665809081" sldId="260"/>
            <ac:inkMk id="28" creationId="{9E733140-C970-1C78-9732-0ACF6D9B6D7F}"/>
          </ac:inkMkLst>
        </pc:inkChg>
        <pc:inkChg chg="add del mod">
          <ac:chgData name="Cui Andy" userId="e5dcc3e03b2de5ba" providerId="LiveId" clId="{C3DDD810-7AEB-40DB-89B5-4E614B968FBB}" dt="2022-05-10T11:21:14.546" v="324"/>
          <ac:inkMkLst>
            <pc:docMk/>
            <pc:sldMk cId="665809081" sldId="260"/>
            <ac:inkMk id="29" creationId="{82E8C9A9-BFB1-F618-3CCD-E23B7D7C462E}"/>
          </ac:inkMkLst>
        </pc:inkChg>
        <pc:inkChg chg="add del mod">
          <ac:chgData name="Cui Andy" userId="e5dcc3e03b2de5ba" providerId="LiveId" clId="{C3DDD810-7AEB-40DB-89B5-4E614B968FBB}" dt="2022-05-10T11:21:14.341" v="322"/>
          <ac:inkMkLst>
            <pc:docMk/>
            <pc:sldMk cId="665809081" sldId="260"/>
            <ac:inkMk id="31" creationId="{03D60872-E277-3144-3216-5D64876661C2}"/>
          </ac:inkMkLst>
        </pc:inkChg>
        <pc:inkChg chg="add del mod">
          <ac:chgData name="Cui Andy" userId="e5dcc3e03b2de5ba" providerId="LiveId" clId="{C3DDD810-7AEB-40DB-89B5-4E614B968FBB}" dt="2022-05-10T11:21:14.141" v="320" actId="9405"/>
          <ac:inkMkLst>
            <pc:docMk/>
            <pc:sldMk cId="665809081" sldId="260"/>
            <ac:inkMk id="33" creationId="{A6DB8258-DDFD-77FC-8B58-FE76404353FF}"/>
          </ac:inkMkLst>
        </pc:inkChg>
        <pc:inkChg chg="add del mod">
          <ac:chgData name="Cui Andy" userId="e5dcc3e03b2de5ba" providerId="LiveId" clId="{C3DDD810-7AEB-40DB-89B5-4E614B968FBB}" dt="2022-05-10T11:21:13.946" v="319" actId="9405"/>
          <ac:inkMkLst>
            <pc:docMk/>
            <pc:sldMk cId="665809081" sldId="260"/>
            <ac:inkMk id="34" creationId="{2F01F78A-65EF-1F07-1EF8-7CECCE8020E0}"/>
          </ac:inkMkLst>
        </pc:inkChg>
        <pc:inkChg chg="add del mod">
          <ac:chgData name="Cui Andy" userId="e5dcc3e03b2de5ba" providerId="LiveId" clId="{C3DDD810-7AEB-40DB-89B5-4E614B968FBB}" dt="2022-05-10T11:21:13.748" v="318"/>
          <ac:inkMkLst>
            <pc:docMk/>
            <pc:sldMk cId="665809081" sldId="260"/>
            <ac:inkMk id="35" creationId="{74AECB78-C534-8C78-23C6-2899149A02AC}"/>
          </ac:inkMkLst>
        </pc:inkChg>
        <pc:inkChg chg="add del mod">
          <ac:chgData name="Cui Andy" userId="e5dcc3e03b2de5ba" providerId="LiveId" clId="{C3DDD810-7AEB-40DB-89B5-4E614B968FBB}" dt="2022-05-10T11:21:13.549" v="316" actId="9405"/>
          <ac:inkMkLst>
            <pc:docMk/>
            <pc:sldMk cId="665809081" sldId="260"/>
            <ac:inkMk id="37" creationId="{0E7CB3F7-0B2A-98CD-4735-21E4DC255185}"/>
          </ac:inkMkLst>
        </pc:inkChg>
        <pc:inkChg chg="add del mod">
          <ac:chgData name="Cui Andy" userId="e5dcc3e03b2de5ba" providerId="LiveId" clId="{C3DDD810-7AEB-40DB-89B5-4E614B968FBB}" dt="2022-05-10T11:21:13.310" v="315" actId="9405"/>
          <ac:inkMkLst>
            <pc:docMk/>
            <pc:sldMk cId="665809081" sldId="260"/>
            <ac:inkMk id="38" creationId="{1D2AFBA6-49E0-FC57-6C30-69A02B4FAFE0}"/>
          </ac:inkMkLst>
        </pc:inkChg>
        <pc:inkChg chg="add del mod">
          <ac:chgData name="Cui Andy" userId="e5dcc3e03b2de5ba" providerId="LiveId" clId="{C3DDD810-7AEB-40DB-89B5-4E614B968FBB}" dt="2022-05-10T11:21:13.051" v="314"/>
          <ac:inkMkLst>
            <pc:docMk/>
            <pc:sldMk cId="665809081" sldId="260"/>
            <ac:inkMk id="39" creationId="{A2A366F4-463C-89F2-38F9-AF06022A79BF}"/>
          </ac:inkMkLst>
        </pc:inkChg>
        <pc:inkChg chg="add del">
          <ac:chgData name="Cui Andy" userId="e5dcc3e03b2de5ba" providerId="LiveId" clId="{C3DDD810-7AEB-40DB-89B5-4E614B968FBB}" dt="2022-05-10T11:22:57.257" v="363" actId="9405"/>
          <ac:inkMkLst>
            <pc:docMk/>
            <pc:sldMk cId="665809081" sldId="260"/>
            <ac:inkMk id="43" creationId="{2E119193-369D-1BDB-2E3A-27D28D2A7E42}"/>
          </ac:inkMkLst>
        </pc:ink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0" creationId="{E5ABDE86-18EE-C966-A93F-2CCAED360131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1" creationId="{F9ED8D52-4D9D-9E53-AE6F-E485A4148769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2" creationId="{35A69BDF-69DA-57F5-8BEE-23F1BD05D169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3" creationId="{33212BCE-85FF-F3AD-58A3-0EC19BF8703B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4" creationId="{C5A2955F-1605-E238-3293-0DFFFC620C6B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5" creationId="{7EB54480-59BD-05F5-B808-70AD097A6E1C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6" creationId="{872B0A9A-E4D4-7207-BA39-FBDEA03454F9}"/>
          </ac:cxnSpMkLst>
        </pc:cxnChg>
        <pc:cxnChg chg="add mod">
          <ac:chgData name="Cui Andy" userId="e5dcc3e03b2de5ba" providerId="LiveId" clId="{C3DDD810-7AEB-40DB-89B5-4E614B968FBB}" dt="2022-05-10T11:26:50.459" v="416" actId="1076"/>
          <ac:cxnSpMkLst>
            <pc:docMk/>
            <pc:sldMk cId="665809081" sldId="260"/>
            <ac:cxnSpMk id="17" creationId="{B82D2F14-CF4E-F16B-2826-A06C708F66F8}"/>
          </ac:cxnSpMkLst>
        </pc:cxnChg>
        <pc:cxnChg chg="add mod">
          <ac:chgData name="Cui Andy" userId="e5dcc3e03b2de5ba" providerId="LiveId" clId="{C3DDD810-7AEB-40DB-89B5-4E614B968FBB}" dt="2022-05-10T11:26:03.050" v="408" actId="13822"/>
          <ac:cxnSpMkLst>
            <pc:docMk/>
            <pc:sldMk cId="665809081" sldId="260"/>
            <ac:cxnSpMk id="48" creationId="{F157910B-10F0-78CC-5CE5-EE2CBB64D50D}"/>
          </ac:cxnSpMkLst>
        </pc:cxnChg>
        <pc:cxnChg chg="add mod">
          <ac:chgData name="Cui Andy" userId="e5dcc3e03b2de5ba" providerId="LiveId" clId="{C3DDD810-7AEB-40DB-89B5-4E614B968FBB}" dt="2022-05-10T11:26:15.307" v="410" actId="13822"/>
          <ac:cxnSpMkLst>
            <pc:docMk/>
            <pc:sldMk cId="665809081" sldId="260"/>
            <ac:cxnSpMk id="50" creationId="{80CB417E-8FC5-1F30-6ECA-9EBEC1339EBF}"/>
          </ac:cxnSpMkLst>
        </pc:cxnChg>
      </pc:sldChg>
      <pc:sldChg chg="addSp delSp modSp new mod">
        <pc:chgData name="Cui Andy" userId="e5dcc3e03b2de5ba" providerId="LiveId" clId="{C3DDD810-7AEB-40DB-89B5-4E614B968FBB}" dt="2022-05-10T11:28:13.527" v="431" actId="13822"/>
        <pc:sldMkLst>
          <pc:docMk/>
          <pc:sldMk cId="1437110841" sldId="261"/>
        </pc:sldMkLst>
        <pc:spChg chg="mod">
          <ac:chgData name="Cui Andy" userId="e5dcc3e03b2de5ba" providerId="LiveId" clId="{C3DDD810-7AEB-40DB-89B5-4E614B968FBB}" dt="2022-05-10T11:27:08.702" v="420" actId="1076"/>
          <ac:spMkLst>
            <pc:docMk/>
            <pc:sldMk cId="1437110841" sldId="261"/>
            <ac:spMk id="2" creationId="{1A5D0CCD-D940-7128-5773-EF6F5094CF5C}"/>
          </ac:spMkLst>
        </pc:spChg>
        <pc:spChg chg="del">
          <ac:chgData name="Cui Andy" userId="e5dcc3e03b2de5ba" providerId="LiveId" clId="{C3DDD810-7AEB-40DB-89B5-4E614B968FBB}" dt="2022-05-10T11:22:07.536" v="355" actId="478"/>
          <ac:spMkLst>
            <pc:docMk/>
            <pc:sldMk cId="1437110841" sldId="261"/>
            <ac:spMk id="3" creationId="{9ACB37F8-45F0-9564-2A22-E32847831A50}"/>
          </ac:spMkLst>
        </pc:spChg>
        <pc:spChg chg="add mo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4" creationId="{1C3CBE02-349E-2DBC-D4B7-06D81372FF23}"/>
          </ac:spMkLst>
        </pc:spChg>
        <pc:spChg chg="add mo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5" creationId="{10625BA2-CF36-0354-7A26-4AFCA4E4BDD4}"/>
          </ac:spMkLst>
        </pc:spChg>
        <pc:spChg chg="add mo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6" creationId="{22356E05-E739-5CE2-BF42-95D831004934}"/>
          </ac:spMkLst>
        </pc:spChg>
        <pc:spChg chg="add mo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7" creationId="{5FEE2AC4-17F5-2FAE-3A8C-F33A99FB377C}"/>
          </ac:spMkLst>
        </pc:spChg>
        <pc:spChg chg="add mo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8" creationId="{EC3180A0-040D-BCD3-79EC-ADB2EC97B42C}"/>
          </ac:spMkLst>
        </pc:spChg>
        <pc:spChg chg="add mo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9" creationId="{2D7926E1-7EAF-76EE-7D95-6FC8F66C3284}"/>
          </ac:spMkLst>
        </pc:spChg>
        <pc:spChg chg="add mod ord">
          <ac:chgData name="Cui Andy" userId="e5dcc3e03b2de5ba" providerId="LiveId" clId="{C3DDD810-7AEB-40DB-89B5-4E614B968FBB}" dt="2022-05-10T11:27:16.350" v="421" actId="1076"/>
          <ac:spMkLst>
            <pc:docMk/>
            <pc:sldMk cId="1437110841" sldId="261"/>
            <ac:spMk id="18" creationId="{B50D8AB9-7C64-B2C9-A1B8-42B23DEB69FA}"/>
          </ac:spMkLst>
        </pc:spChg>
        <pc:spChg chg="add mod">
          <ac:chgData name="Cui Andy" userId="e5dcc3e03b2de5ba" providerId="LiveId" clId="{C3DDD810-7AEB-40DB-89B5-4E614B968FBB}" dt="2022-05-10T11:23:30.915" v="384" actId="1076"/>
          <ac:spMkLst>
            <pc:docMk/>
            <pc:sldMk cId="1437110841" sldId="261"/>
            <ac:spMk id="20" creationId="{EAD71C16-A33D-F9AD-C6B3-3ADF9495F362}"/>
          </ac:spMkLst>
        </pc:spChg>
        <pc:spChg chg="add mod">
          <ac:chgData name="Cui Andy" userId="e5dcc3e03b2de5ba" providerId="LiveId" clId="{C3DDD810-7AEB-40DB-89B5-4E614B968FBB}" dt="2022-05-10T11:27:36.492" v="423" actId="1076"/>
          <ac:spMkLst>
            <pc:docMk/>
            <pc:sldMk cId="1437110841" sldId="261"/>
            <ac:spMk id="21" creationId="{F4FEC150-C613-4AA7-FD5B-DC54D7AF1073}"/>
          </ac:spMkLst>
        </pc:spChg>
        <pc:spChg chg="add mod">
          <ac:chgData name="Cui Andy" userId="e5dcc3e03b2de5ba" providerId="LiveId" clId="{C3DDD810-7AEB-40DB-89B5-4E614B968FBB}" dt="2022-05-10T11:27:36.492" v="423" actId="1076"/>
          <ac:spMkLst>
            <pc:docMk/>
            <pc:sldMk cId="1437110841" sldId="261"/>
            <ac:spMk id="22" creationId="{31BB79E5-08D2-DF1F-30E9-53BCA26F5327}"/>
          </ac:spMkLst>
        </pc:spChg>
        <pc:spChg chg="add mod">
          <ac:chgData name="Cui Andy" userId="e5dcc3e03b2de5ba" providerId="LiveId" clId="{C3DDD810-7AEB-40DB-89B5-4E614B968FBB}" dt="2022-05-10T11:27:36.492" v="423" actId="1076"/>
          <ac:spMkLst>
            <pc:docMk/>
            <pc:sldMk cId="1437110841" sldId="261"/>
            <ac:spMk id="23" creationId="{4A4802A8-29E7-42F9-C1A5-0E8E1A1A890D}"/>
          </ac:spMkLst>
        </pc:spChg>
        <pc:spChg chg="add del mod">
          <ac:chgData name="Cui Andy" userId="e5dcc3e03b2de5ba" providerId="LiveId" clId="{C3DDD810-7AEB-40DB-89B5-4E614B968FBB}" dt="2022-05-10T11:27:47.472" v="425"/>
          <ac:spMkLst>
            <pc:docMk/>
            <pc:sldMk cId="1437110841" sldId="261"/>
            <ac:spMk id="26" creationId="{F116E961-6E3D-CCC6-A1A2-324CC8B8606C}"/>
          </ac:spMkLst>
        </pc:spChg>
        <pc:spChg chg="add del mod">
          <ac:chgData name="Cui Andy" userId="e5dcc3e03b2de5ba" providerId="LiveId" clId="{C3DDD810-7AEB-40DB-89B5-4E614B968FBB}" dt="2022-05-10T11:27:47.472" v="425"/>
          <ac:spMkLst>
            <pc:docMk/>
            <pc:sldMk cId="1437110841" sldId="261"/>
            <ac:spMk id="27" creationId="{6A0B9C80-5F99-307B-40DF-4F5977316EFC}"/>
          </ac:spMkLst>
        </pc:spChg>
        <pc:spChg chg="add del mod">
          <ac:chgData name="Cui Andy" userId="e5dcc3e03b2de5ba" providerId="LiveId" clId="{C3DDD810-7AEB-40DB-89B5-4E614B968FBB}" dt="2022-05-10T11:27:47.472" v="425"/>
          <ac:spMkLst>
            <pc:docMk/>
            <pc:sldMk cId="1437110841" sldId="261"/>
            <ac:spMk id="28" creationId="{0E33EB9C-9356-539D-EBB4-92B3A00946A2}"/>
          </ac:spMkLst>
        </pc:spChg>
        <pc:spChg chg="add mod">
          <ac:chgData name="Cui Andy" userId="e5dcc3e03b2de5ba" providerId="LiveId" clId="{C3DDD810-7AEB-40DB-89B5-4E614B968FBB}" dt="2022-05-10T11:28:01.559" v="429" actId="20577"/>
          <ac:spMkLst>
            <pc:docMk/>
            <pc:sldMk cId="1437110841" sldId="261"/>
            <ac:spMk id="31" creationId="{AFB5A7FF-6805-260B-62C2-50B4DEECC5E1}"/>
          </ac:spMkLst>
        </pc:spChg>
        <pc:inkChg chg="add mod">
          <ac:chgData name="Cui Andy" userId="e5dcc3e03b2de5ba" providerId="LiveId" clId="{C3DDD810-7AEB-40DB-89B5-4E614B968FBB}" dt="2022-05-10T11:27:16.350" v="421" actId="1076"/>
          <ac:inkMkLst>
            <pc:docMk/>
            <pc:sldMk cId="1437110841" sldId="261"/>
            <ac:inkMk id="19" creationId="{46CC7994-6B73-8012-FEC4-4A6274213DDD}"/>
          </ac:inkMkLst>
        </pc:ink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0" creationId="{691749C3-C593-F5B8-4155-330D3CADF1BA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1" creationId="{60D5D146-2975-B825-0E4F-B3D345AD60C9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2" creationId="{92509FF7-BEEF-0A1E-97A8-8A57ADA42B8B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3" creationId="{353E7316-85D9-00C7-9329-D7D7473E1413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4" creationId="{3EDE94C4-1869-67EE-28BE-B4ABA531D755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5" creationId="{571A1F03-3512-3885-C8EB-0227E0F691B4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6" creationId="{DDBEBD7D-6600-1A64-6A08-5BC6726E205D}"/>
          </ac:cxnSpMkLst>
        </pc:cxnChg>
        <pc:cxnChg chg="add mod">
          <ac:chgData name="Cui Andy" userId="e5dcc3e03b2de5ba" providerId="LiveId" clId="{C3DDD810-7AEB-40DB-89B5-4E614B968FBB}" dt="2022-05-10T11:27:16.350" v="421" actId="1076"/>
          <ac:cxnSpMkLst>
            <pc:docMk/>
            <pc:sldMk cId="1437110841" sldId="261"/>
            <ac:cxnSpMk id="17" creationId="{AF2DC1F2-3577-85AF-ED59-29C6FBF9A162}"/>
          </ac:cxnSpMkLst>
        </pc:cxnChg>
        <pc:cxnChg chg="add mod">
          <ac:chgData name="Cui Andy" userId="e5dcc3e03b2de5ba" providerId="LiveId" clId="{C3DDD810-7AEB-40DB-89B5-4E614B968FBB}" dt="2022-05-10T11:27:36.492" v="423" actId="1076"/>
          <ac:cxnSpMkLst>
            <pc:docMk/>
            <pc:sldMk cId="1437110841" sldId="261"/>
            <ac:cxnSpMk id="24" creationId="{1C81ABB0-063F-0F78-0B47-D95267990843}"/>
          </ac:cxnSpMkLst>
        </pc:cxnChg>
        <pc:cxnChg chg="add mod">
          <ac:chgData name="Cui Andy" userId="e5dcc3e03b2de5ba" providerId="LiveId" clId="{C3DDD810-7AEB-40DB-89B5-4E614B968FBB}" dt="2022-05-10T11:27:36.492" v="423" actId="1076"/>
          <ac:cxnSpMkLst>
            <pc:docMk/>
            <pc:sldMk cId="1437110841" sldId="261"/>
            <ac:cxnSpMk id="25" creationId="{1275FFAD-2A6A-FFB0-1688-26D38536537C}"/>
          </ac:cxnSpMkLst>
        </pc:cxnChg>
        <pc:cxnChg chg="add del mod">
          <ac:chgData name="Cui Andy" userId="e5dcc3e03b2de5ba" providerId="LiveId" clId="{C3DDD810-7AEB-40DB-89B5-4E614B968FBB}" dt="2022-05-10T11:27:47.472" v="425"/>
          <ac:cxnSpMkLst>
            <pc:docMk/>
            <pc:sldMk cId="1437110841" sldId="261"/>
            <ac:cxnSpMk id="29" creationId="{22016847-D2A2-3A0A-69AB-F2B11196A7BC}"/>
          </ac:cxnSpMkLst>
        </pc:cxnChg>
        <pc:cxnChg chg="add del mod">
          <ac:chgData name="Cui Andy" userId="e5dcc3e03b2de5ba" providerId="LiveId" clId="{C3DDD810-7AEB-40DB-89B5-4E614B968FBB}" dt="2022-05-10T11:27:47.472" v="425"/>
          <ac:cxnSpMkLst>
            <pc:docMk/>
            <pc:sldMk cId="1437110841" sldId="261"/>
            <ac:cxnSpMk id="30" creationId="{84E0B05E-8E96-0613-486A-F26C50F5BB7B}"/>
          </ac:cxnSpMkLst>
        </pc:cxnChg>
        <pc:cxnChg chg="add mod">
          <ac:chgData name="Cui Andy" userId="e5dcc3e03b2de5ba" providerId="LiveId" clId="{C3DDD810-7AEB-40DB-89B5-4E614B968FBB}" dt="2022-05-10T11:28:13.527" v="431" actId="13822"/>
          <ac:cxnSpMkLst>
            <pc:docMk/>
            <pc:sldMk cId="1437110841" sldId="261"/>
            <ac:cxnSpMk id="33" creationId="{D9110BEE-F78A-1934-C464-F08582D7E042}"/>
          </ac:cxnSpMkLst>
        </pc:cxnChg>
      </pc:sldChg>
      <pc:sldChg chg="addSp delSp modSp new mod">
        <pc:chgData name="Cui Andy" userId="e5dcc3e03b2de5ba" providerId="LiveId" clId="{C3DDD810-7AEB-40DB-89B5-4E614B968FBB}" dt="2022-05-10T11:29:35.875" v="448" actId="20577"/>
        <pc:sldMkLst>
          <pc:docMk/>
          <pc:sldMk cId="2305511641" sldId="262"/>
        </pc:sldMkLst>
        <pc:spChg chg="mod">
          <ac:chgData name="Cui Andy" userId="e5dcc3e03b2de5ba" providerId="LiveId" clId="{C3DDD810-7AEB-40DB-89B5-4E614B968FBB}" dt="2022-05-10T11:24:08.167" v="386"/>
          <ac:spMkLst>
            <pc:docMk/>
            <pc:sldMk cId="2305511641" sldId="262"/>
            <ac:spMk id="2" creationId="{140D9D40-64EC-2D7E-59F4-998FA74C1CB7}"/>
          </ac:spMkLst>
        </pc:spChg>
        <pc:spChg chg="del">
          <ac:chgData name="Cui Andy" userId="e5dcc3e03b2de5ba" providerId="LiveId" clId="{C3DDD810-7AEB-40DB-89B5-4E614B968FBB}" dt="2022-05-10T11:24:09.851" v="387" actId="478"/>
          <ac:spMkLst>
            <pc:docMk/>
            <pc:sldMk cId="2305511641" sldId="262"/>
            <ac:spMk id="3" creationId="{E743A73C-9789-0F84-42D7-03B32A7FDFED}"/>
          </ac:spMkLst>
        </pc:spChg>
        <pc:spChg chg="add mod">
          <ac:chgData name="Cui Andy" userId="e5dcc3e03b2de5ba" providerId="LiveId" clId="{C3DDD810-7AEB-40DB-89B5-4E614B968FBB}" dt="2022-05-10T11:28:27.513" v="432" actId="1076"/>
          <ac:spMkLst>
            <pc:docMk/>
            <pc:sldMk cId="2305511641" sldId="262"/>
            <ac:spMk id="4" creationId="{733EF6F1-D4F6-B460-A656-1A63DC169C96}"/>
          </ac:spMkLst>
        </pc:spChg>
        <pc:spChg chg="add mod">
          <ac:chgData name="Cui Andy" userId="e5dcc3e03b2de5ba" providerId="LiveId" clId="{C3DDD810-7AEB-40DB-89B5-4E614B968FBB}" dt="2022-05-10T11:28:27.513" v="432" actId="1076"/>
          <ac:spMkLst>
            <pc:docMk/>
            <pc:sldMk cId="2305511641" sldId="262"/>
            <ac:spMk id="5" creationId="{5C11D3F2-B9C6-28ED-73C8-E8B16AFF7C38}"/>
          </ac:spMkLst>
        </pc:spChg>
        <pc:spChg chg="add mod">
          <ac:chgData name="Cui Andy" userId="e5dcc3e03b2de5ba" providerId="LiveId" clId="{C3DDD810-7AEB-40DB-89B5-4E614B968FBB}" dt="2022-05-10T11:28:27.513" v="432" actId="1076"/>
          <ac:spMkLst>
            <pc:docMk/>
            <pc:sldMk cId="2305511641" sldId="262"/>
            <ac:spMk id="6" creationId="{E0FA1EE9-38B8-95B9-8A34-D8266270E4BA}"/>
          </ac:spMkLst>
        </pc:spChg>
        <pc:spChg chg="add mod">
          <ac:chgData name="Cui Andy" userId="e5dcc3e03b2de5ba" providerId="LiveId" clId="{C3DDD810-7AEB-40DB-89B5-4E614B968FBB}" dt="2022-05-10T11:28:27.513" v="432" actId="1076"/>
          <ac:spMkLst>
            <pc:docMk/>
            <pc:sldMk cId="2305511641" sldId="262"/>
            <ac:spMk id="7" creationId="{87294C3C-C814-7911-BB7F-4E984F49A32C}"/>
          </ac:spMkLst>
        </pc:spChg>
        <pc:spChg chg="add mod">
          <ac:chgData name="Cui Andy" userId="e5dcc3e03b2de5ba" providerId="LiveId" clId="{C3DDD810-7AEB-40DB-89B5-4E614B968FBB}" dt="2022-05-10T11:28:27.513" v="432" actId="1076"/>
          <ac:spMkLst>
            <pc:docMk/>
            <pc:sldMk cId="2305511641" sldId="262"/>
            <ac:spMk id="8" creationId="{92CE5F1A-1E4E-841B-C0DF-EACA3B0AFF94}"/>
          </ac:spMkLst>
        </pc:spChg>
        <pc:spChg chg="add mod">
          <ac:chgData name="Cui Andy" userId="e5dcc3e03b2de5ba" providerId="LiveId" clId="{C3DDD810-7AEB-40DB-89B5-4E614B968FBB}" dt="2022-05-10T11:28:27.513" v="432" actId="1076"/>
          <ac:spMkLst>
            <pc:docMk/>
            <pc:sldMk cId="2305511641" sldId="262"/>
            <ac:spMk id="9" creationId="{B2097E6F-A4BC-FA41-D091-6B97F39A136B}"/>
          </ac:spMkLst>
        </pc:spChg>
        <pc:spChg chg="add mod">
          <ac:chgData name="Cui Andy" userId="e5dcc3e03b2de5ba" providerId="LiveId" clId="{C3DDD810-7AEB-40DB-89B5-4E614B968FBB}" dt="2022-05-10T11:28:46.176" v="435" actId="1076"/>
          <ac:spMkLst>
            <pc:docMk/>
            <pc:sldMk cId="2305511641" sldId="262"/>
            <ac:spMk id="18" creationId="{CCC7EE07-1C60-3874-F56A-4E5DD5A180CC}"/>
          </ac:spMkLst>
        </pc:spChg>
        <pc:spChg chg="add mod">
          <ac:chgData name="Cui Andy" userId="e5dcc3e03b2de5ba" providerId="LiveId" clId="{C3DDD810-7AEB-40DB-89B5-4E614B968FBB}" dt="2022-05-10T11:28:46.176" v="435" actId="1076"/>
          <ac:spMkLst>
            <pc:docMk/>
            <pc:sldMk cId="2305511641" sldId="262"/>
            <ac:spMk id="19" creationId="{E1E81A5F-1AB3-55EB-D934-EDA10231AAE6}"/>
          </ac:spMkLst>
        </pc:spChg>
        <pc:spChg chg="add mod">
          <ac:chgData name="Cui Andy" userId="e5dcc3e03b2de5ba" providerId="LiveId" clId="{C3DDD810-7AEB-40DB-89B5-4E614B968FBB}" dt="2022-05-10T11:28:46.176" v="435" actId="1076"/>
          <ac:spMkLst>
            <pc:docMk/>
            <pc:sldMk cId="2305511641" sldId="262"/>
            <ac:spMk id="20" creationId="{5F057E86-14C5-AC6F-75A2-97CB8BACA167}"/>
          </ac:spMkLst>
        </pc:spChg>
        <pc:spChg chg="add mod">
          <ac:chgData name="Cui Andy" userId="e5dcc3e03b2de5ba" providerId="LiveId" clId="{C3DDD810-7AEB-40DB-89B5-4E614B968FBB}" dt="2022-05-10T11:28:46.176" v="435" actId="1076"/>
          <ac:spMkLst>
            <pc:docMk/>
            <pc:sldMk cId="2305511641" sldId="262"/>
            <ac:spMk id="23" creationId="{3DEB074D-EF1B-D7F1-9B40-6EE06F969814}"/>
          </ac:spMkLst>
        </pc:spChg>
        <pc:spChg chg="add mod">
          <ac:chgData name="Cui Andy" userId="e5dcc3e03b2de5ba" providerId="LiveId" clId="{C3DDD810-7AEB-40DB-89B5-4E614B968FBB}" dt="2022-05-10T11:29:05.267" v="439" actId="20577"/>
          <ac:spMkLst>
            <pc:docMk/>
            <pc:sldMk cId="2305511641" sldId="262"/>
            <ac:spMk id="25" creationId="{1C8AC2CA-FAAC-9847-DCB3-9C63C6410F8F}"/>
          </ac:spMkLst>
        </pc:spChg>
        <pc:spChg chg="add mod">
          <ac:chgData name="Cui Andy" userId="e5dcc3e03b2de5ba" providerId="LiveId" clId="{C3DDD810-7AEB-40DB-89B5-4E614B968FBB}" dt="2022-05-10T11:29:35.875" v="448" actId="20577"/>
          <ac:spMkLst>
            <pc:docMk/>
            <pc:sldMk cId="2305511641" sldId="262"/>
            <ac:spMk id="29" creationId="{DDA1F7FA-3A06-BF5A-322C-A61588BDFCB8}"/>
          </ac:spMkLst>
        </pc:sp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0" creationId="{7ECE2328-C0E1-83C1-C4A5-4E8C649CBD1E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1" creationId="{F867CB6D-A9D0-E04C-E521-AC8F58C41047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2" creationId="{39B746EB-8D39-29F5-F6A5-C81CB2C4AFE4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3" creationId="{304E4BC3-4B9F-E55F-AF22-DF6ED9B9E1D9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4" creationId="{5697053C-57EA-5DE3-BE5D-5968C902628E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5" creationId="{B63362E5-ABE6-BFEC-09ED-3D9A67D463DC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6" creationId="{958EA2EF-F23F-3CC4-A6A3-234D642AB831}"/>
          </ac:cxnSpMkLst>
        </pc:cxnChg>
        <pc:cxnChg chg="add mod">
          <ac:chgData name="Cui Andy" userId="e5dcc3e03b2de5ba" providerId="LiveId" clId="{C3DDD810-7AEB-40DB-89B5-4E614B968FBB}" dt="2022-05-10T11:28:27.513" v="432" actId="1076"/>
          <ac:cxnSpMkLst>
            <pc:docMk/>
            <pc:sldMk cId="2305511641" sldId="262"/>
            <ac:cxnSpMk id="17" creationId="{A9B38986-8F56-B064-0DE5-974349F30373}"/>
          </ac:cxnSpMkLst>
        </pc:cxnChg>
        <pc:cxnChg chg="add mod">
          <ac:chgData name="Cui Andy" userId="e5dcc3e03b2de5ba" providerId="LiveId" clId="{C3DDD810-7AEB-40DB-89B5-4E614B968FBB}" dt="2022-05-10T11:28:46.176" v="435" actId="1076"/>
          <ac:cxnSpMkLst>
            <pc:docMk/>
            <pc:sldMk cId="2305511641" sldId="262"/>
            <ac:cxnSpMk id="21" creationId="{3FFB1442-1D3E-8E4D-0E0D-AC91DE3B514E}"/>
          </ac:cxnSpMkLst>
        </pc:cxnChg>
        <pc:cxnChg chg="add mod">
          <ac:chgData name="Cui Andy" userId="e5dcc3e03b2de5ba" providerId="LiveId" clId="{C3DDD810-7AEB-40DB-89B5-4E614B968FBB}" dt="2022-05-10T11:28:46.176" v="435" actId="1076"/>
          <ac:cxnSpMkLst>
            <pc:docMk/>
            <pc:sldMk cId="2305511641" sldId="262"/>
            <ac:cxnSpMk id="22" creationId="{B1279547-0E0C-952C-34E3-230476A20416}"/>
          </ac:cxnSpMkLst>
        </pc:cxnChg>
        <pc:cxnChg chg="add mod">
          <ac:chgData name="Cui Andy" userId="e5dcc3e03b2de5ba" providerId="LiveId" clId="{C3DDD810-7AEB-40DB-89B5-4E614B968FBB}" dt="2022-05-10T11:28:46.176" v="435" actId="1076"/>
          <ac:cxnSpMkLst>
            <pc:docMk/>
            <pc:sldMk cId="2305511641" sldId="262"/>
            <ac:cxnSpMk id="24" creationId="{C0FCC1F2-2615-73A4-E385-EA8DD4363E21}"/>
          </ac:cxnSpMkLst>
        </pc:cxnChg>
        <pc:cxnChg chg="add mod">
          <ac:chgData name="Cui Andy" userId="e5dcc3e03b2de5ba" providerId="LiveId" clId="{C3DDD810-7AEB-40DB-89B5-4E614B968FBB}" dt="2022-05-10T11:29:19.155" v="441" actId="13822"/>
          <ac:cxnSpMkLst>
            <pc:docMk/>
            <pc:sldMk cId="2305511641" sldId="262"/>
            <ac:cxnSpMk id="27" creationId="{323338D2-FAA1-C587-BD02-1AA6CC735781}"/>
          </ac:cxnSpMkLst>
        </pc:cxnChg>
      </pc:sldChg>
      <pc:sldChg chg="addSp delSp modSp mod">
        <pc:chgData name="Cui Andy" userId="e5dcc3e03b2de5ba" providerId="LiveId" clId="{C3DDD810-7AEB-40DB-89B5-4E614B968FBB}" dt="2022-05-10T11:50:06.269" v="721" actId="1076"/>
        <pc:sldMkLst>
          <pc:docMk/>
          <pc:sldMk cId="483365825" sldId="263"/>
        </pc:sldMkLst>
        <pc:spChg chg="mod">
          <ac:chgData name="Cui Andy" userId="e5dcc3e03b2de5ba" providerId="LiveId" clId="{C3DDD810-7AEB-40DB-89B5-4E614B968FBB}" dt="2022-05-10T11:50:06.269" v="721" actId="1076"/>
          <ac:spMkLst>
            <pc:docMk/>
            <pc:sldMk cId="483365825" sldId="263"/>
            <ac:spMk id="2" creationId="{140D9D40-64EC-2D7E-59F4-998FA74C1CB7}"/>
          </ac:spMkLst>
        </pc:spChg>
        <pc:spChg chg="add del mod">
          <ac:chgData name="Cui Andy" userId="e5dcc3e03b2de5ba" providerId="LiveId" clId="{C3DDD810-7AEB-40DB-89B5-4E614B968FBB}" dt="2022-05-10T11:49:08.938" v="707" actId="478"/>
          <ac:spMkLst>
            <pc:docMk/>
            <pc:sldMk cId="483365825" sldId="263"/>
            <ac:spMk id="28" creationId="{B4A430A0-BA98-D7E4-E68A-827A13AF7EB1}"/>
          </ac:spMkLst>
        </pc:spChg>
        <pc:spChg chg="mod">
          <ac:chgData name="Cui Andy" userId="e5dcc3e03b2de5ba" providerId="LiveId" clId="{C3DDD810-7AEB-40DB-89B5-4E614B968FBB}" dt="2022-05-10T11:30:58.736" v="453" actId="20577"/>
          <ac:spMkLst>
            <pc:docMk/>
            <pc:sldMk cId="483365825" sldId="263"/>
            <ac:spMk id="29" creationId="{DDA1F7FA-3A06-BF5A-322C-A61588BDFCB8}"/>
          </ac:spMkLst>
        </pc:spChg>
        <pc:spChg chg="add mod">
          <ac:chgData name="Cui Andy" userId="e5dcc3e03b2de5ba" providerId="LiveId" clId="{C3DDD810-7AEB-40DB-89B5-4E614B968FBB}" dt="2022-05-10T11:49:19.766" v="712" actId="20577"/>
          <ac:spMkLst>
            <pc:docMk/>
            <pc:sldMk cId="483365825" sldId="263"/>
            <ac:spMk id="34" creationId="{16FBCABE-6D1E-1E31-B51E-057ECB196CEC}"/>
          </ac:spMkLst>
        </pc:spChg>
        <pc:cxnChg chg="add del mod">
          <ac:chgData name="Cui Andy" userId="e5dcc3e03b2de5ba" providerId="LiveId" clId="{C3DDD810-7AEB-40DB-89B5-4E614B968FBB}" dt="2022-05-10T11:49:10.136" v="708" actId="478"/>
          <ac:cxnSpMkLst>
            <pc:docMk/>
            <pc:sldMk cId="483365825" sldId="263"/>
            <ac:cxnSpMk id="26" creationId="{5DAB8CEC-1EAA-627F-59A0-2DCC28E7C618}"/>
          </ac:cxnSpMkLst>
        </pc:cxnChg>
        <pc:cxnChg chg="add mod">
          <ac:chgData name="Cui Andy" userId="e5dcc3e03b2de5ba" providerId="LiveId" clId="{C3DDD810-7AEB-40DB-89B5-4E614B968FBB}" dt="2022-05-10T11:31:49.104" v="459" actId="17032"/>
          <ac:cxnSpMkLst>
            <pc:docMk/>
            <pc:sldMk cId="483365825" sldId="263"/>
            <ac:cxnSpMk id="31" creationId="{CD1A847E-F16C-E3A2-DBB2-3FEDE32A77C5}"/>
          </ac:cxnSpMkLst>
        </pc:cxnChg>
        <pc:cxnChg chg="add mod">
          <ac:chgData name="Cui Andy" userId="e5dcc3e03b2de5ba" providerId="LiveId" clId="{C3DDD810-7AEB-40DB-89B5-4E614B968FBB}" dt="2022-05-10T11:32:01.047" v="461" actId="17032"/>
          <ac:cxnSpMkLst>
            <pc:docMk/>
            <pc:sldMk cId="483365825" sldId="263"/>
            <ac:cxnSpMk id="33" creationId="{4B35C011-9007-5A3D-66B7-17E4766F30D9}"/>
          </ac:cxnSpMkLst>
        </pc:cxnChg>
        <pc:cxnChg chg="add mod">
          <ac:chgData name="Cui Andy" userId="e5dcc3e03b2de5ba" providerId="LiveId" clId="{C3DDD810-7AEB-40DB-89B5-4E614B968FBB}" dt="2022-05-10T11:49:29.955" v="714" actId="13822"/>
          <ac:cxnSpMkLst>
            <pc:docMk/>
            <pc:sldMk cId="483365825" sldId="263"/>
            <ac:cxnSpMk id="36" creationId="{A9F86717-6259-15A1-17A8-7B4973AC8DDE}"/>
          </ac:cxnSpMkLst>
        </pc:cxnChg>
        <pc:cxnChg chg="add mod">
          <ac:chgData name="Cui Andy" userId="e5dcc3e03b2de5ba" providerId="LiveId" clId="{C3DDD810-7AEB-40DB-89B5-4E614B968FBB}" dt="2022-05-10T11:49:42.284" v="716" actId="17032"/>
          <ac:cxnSpMkLst>
            <pc:docMk/>
            <pc:sldMk cId="483365825" sldId="263"/>
            <ac:cxnSpMk id="38" creationId="{C811BD3C-BD20-5E64-299F-912EFCA10157}"/>
          </ac:cxnSpMkLst>
        </pc:cxnChg>
      </pc:sldChg>
      <pc:sldChg chg="addSp delSp modSp new mod">
        <pc:chgData name="Cui Andy" userId="e5dcc3e03b2de5ba" providerId="LiveId" clId="{C3DDD810-7AEB-40DB-89B5-4E614B968FBB}" dt="2022-05-10T11:53:55.231" v="790" actId="20577"/>
        <pc:sldMkLst>
          <pc:docMk/>
          <pc:sldMk cId="2510561787" sldId="264"/>
        </pc:sldMkLst>
        <pc:spChg chg="mod">
          <ac:chgData name="Cui Andy" userId="e5dcc3e03b2de5ba" providerId="LiveId" clId="{C3DDD810-7AEB-40DB-89B5-4E614B968FBB}" dt="2022-05-10T11:53:55.231" v="790" actId="20577"/>
          <ac:spMkLst>
            <pc:docMk/>
            <pc:sldMk cId="2510561787" sldId="264"/>
            <ac:spMk id="2" creationId="{A9C19519-32B6-C582-3826-8A48D92D78FF}"/>
          </ac:spMkLst>
        </pc:spChg>
        <pc:spChg chg="mod">
          <ac:chgData name="Cui Andy" userId="e5dcc3e03b2de5ba" providerId="LiveId" clId="{C3DDD810-7AEB-40DB-89B5-4E614B968FBB}" dt="2022-05-10T11:37:37.183" v="574" actId="20577"/>
          <ac:spMkLst>
            <pc:docMk/>
            <pc:sldMk cId="2510561787" sldId="264"/>
            <ac:spMk id="3" creationId="{E76AA8BB-4A53-AEF9-19CF-2C5B3EB67D7E}"/>
          </ac:spMkLst>
        </pc:spChg>
        <pc:spChg chg="add mod">
          <ac:chgData name="Cui Andy" userId="e5dcc3e03b2de5ba" providerId="LiveId" clId="{C3DDD810-7AEB-40DB-89B5-4E614B968FBB}" dt="2022-05-10T11:38:57.608" v="576" actId="1076"/>
          <ac:spMkLst>
            <pc:docMk/>
            <pc:sldMk cId="2510561787" sldId="264"/>
            <ac:spMk id="4" creationId="{0E71CDA0-5E92-5521-9BD9-720D445A0541}"/>
          </ac:spMkLst>
        </pc:spChg>
        <pc:spChg chg="add mod">
          <ac:chgData name="Cui Andy" userId="e5dcc3e03b2de5ba" providerId="LiveId" clId="{C3DDD810-7AEB-40DB-89B5-4E614B968FBB}" dt="2022-05-10T11:39:32.671" v="586" actId="1076"/>
          <ac:spMkLst>
            <pc:docMk/>
            <pc:sldMk cId="2510561787" sldId="264"/>
            <ac:spMk id="5" creationId="{DE71D5DD-81E1-03F5-AB2D-DF253A0F0DF9}"/>
          </ac:spMkLst>
        </pc:spChg>
        <pc:spChg chg="add del mod">
          <ac:chgData name="Cui Andy" userId="e5dcc3e03b2de5ba" providerId="LiveId" clId="{C3DDD810-7AEB-40DB-89B5-4E614B968FBB}" dt="2022-05-10T11:50:23.093" v="722" actId="478"/>
          <ac:spMkLst>
            <pc:docMk/>
            <pc:sldMk cId="2510561787" sldId="264"/>
            <ac:spMk id="6" creationId="{92B504CE-4D7F-3AE2-9B01-ADA3472CD871}"/>
          </ac:spMkLst>
        </pc:spChg>
        <pc:spChg chg="add del mod">
          <ac:chgData name="Cui Andy" userId="e5dcc3e03b2de5ba" providerId="LiveId" clId="{C3DDD810-7AEB-40DB-89B5-4E614B968FBB}" dt="2022-05-10T11:50:23.093" v="722" actId="478"/>
          <ac:spMkLst>
            <pc:docMk/>
            <pc:sldMk cId="2510561787" sldId="264"/>
            <ac:spMk id="7" creationId="{01367720-40FC-3A0B-1EA6-57DE7E25E829}"/>
          </ac:spMkLst>
        </pc:spChg>
        <pc:spChg chg="add del mod">
          <ac:chgData name="Cui Andy" userId="e5dcc3e03b2de5ba" providerId="LiveId" clId="{C3DDD810-7AEB-40DB-89B5-4E614B968FBB}" dt="2022-05-10T11:50:23.093" v="722" actId="478"/>
          <ac:spMkLst>
            <pc:docMk/>
            <pc:sldMk cId="2510561787" sldId="264"/>
            <ac:spMk id="8" creationId="{718DE9F7-EDD5-432D-8369-6522EE5740FB}"/>
          </ac:spMkLst>
        </pc:spChg>
        <pc:spChg chg="add del mod">
          <ac:chgData name="Cui Andy" userId="e5dcc3e03b2de5ba" providerId="LiveId" clId="{C3DDD810-7AEB-40DB-89B5-4E614B968FBB}" dt="2022-05-10T11:50:23.093" v="722" actId="478"/>
          <ac:spMkLst>
            <pc:docMk/>
            <pc:sldMk cId="2510561787" sldId="264"/>
            <ac:spMk id="11" creationId="{22DB0DD7-4B03-5EB9-57FC-5B781EE6150A}"/>
          </ac:spMkLst>
        </pc:spChg>
        <pc:spChg chg="add del mod">
          <ac:chgData name="Cui Andy" userId="e5dcc3e03b2de5ba" providerId="LiveId" clId="{C3DDD810-7AEB-40DB-89B5-4E614B968FBB}" dt="2022-05-10T11:50:23.093" v="722" actId="478"/>
          <ac:spMkLst>
            <pc:docMk/>
            <pc:sldMk cId="2510561787" sldId="264"/>
            <ac:spMk id="13" creationId="{26129D49-EB14-CDE3-DB8D-B8342D9DB3F3}"/>
          </ac:spMkLst>
        </pc:spChg>
        <pc:spChg chg="add del mod">
          <ac:chgData name="Cui Andy" userId="e5dcc3e03b2de5ba" providerId="LiveId" clId="{C3DDD810-7AEB-40DB-89B5-4E614B968FBB}" dt="2022-05-10T11:50:23.093" v="722" actId="478"/>
          <ac:spMkLst>
            <pc:docMk/>
            <pc:sldMk cId="2510561787" sldId="264"/>
            <ac:spMk id="15" creationId="{6CA44745-A4F4-DA71-CAD1-B65488B719BF}"/>
          </ac:spMkLst>
        </pc:spChg>
        <pc:spChg chg="add mod">
          <ac:chgData name="Cui Andy" userId="e5dcc3e03b2de5ba" providerId="LiveId" clId="{C3DDD810-7AEB-40DB-89B5-4E614B968FBB}" dt="2022-05-10T11:40:56.717" v="605" actId="122"/>
          <ac:spMkLst>
            <pc:docMk/>
            <pc:sldMk cId="2510561787" sldId="264"/>
            <ac:spMk id="17" creationId="{D7FDA825-8B2B-2B73-5228-B63A5A5BF629}"/>
          </ac:spMkLst>
        </pc:spChg>
        <pc:spChg chg="add mod">
          <ac:chgData name="Cui Andy" userId="e5dcc3e03b2de5ba" providerId="LiveId" clId="{C3DDD810-7AEB-40DB-89B5-4E614B968FBB}" dt="2022-05-10T11:41:47.427" v="616" actId="20577"/>
          <ac:spMkLst>
            <pc:docMk/>
            <pc:sldMk cId="2510561787" sldId="264"/>
            <ac:spMk id="18" creationId="{598E02EC-A61A-381C-6D4C-C11916482779}"/>
          </ac:spMkLst>
        </pc:spChg>
        <pc:spChg chg="add mod">
          <ac:chgData name="Cui Andy" userId="e5dcc3e03b2de5ba" providerId="LiveId" clId="{C3DDD810-7AEB-40DB-89B5-4E614B968FBB}" dt="2022-05-10T11:43:02.788" v="622" actId="1076"/>
          <ac:spMkLst>
            <pc:docMk/>
            <pc:sldMk cId="2510561787" sldId="264"/>
            <ac:spMk id="21" creationId="{412C9EF2-3E2E-0795-F244-5AC3D862C715}"/>
          </ac:spMkLst>
        </pc:spChg>
        <pc:spChg chg="add mod">
          <ac:chgData name="Cui Andy" userId="e5dcc3e03b2de5ba" providerId="LiveId" clId="{C3DDD810-7AEB-40DB-89B5-4E614B968FBB}" dt="2022-05-10T11:45:00.918" v="658" actId="1076"/>
          <ac:spMkLst>
            <pc:docMk/>
            <pc:sldMk cId="2510561787" sldId="264"/>
            <ac:spMk id="22" creationId="{499F71F3-27B1-AA1B-4A43-0F81FA8A4930}"/>
          </ac:spMkLst>
        </pc:spChg>
        <pc:spChg chg="add mod">
          <ac:chgData name="Cui Andy" userId="e5dcc3e03b2de5ba" providerId="LiveId" clId="{C3DDD810-7AEB-40DB-89B5-4E614B968FBB}" dt="2022-05-10T11:50:29.521" v="724" actId="1076"/>
          <ac:spMkLst>
            <pc:docMk/>
            <pc:sldMk cId="2510561787" sldId="264"/>
            <ac:spMk id="23" creationId="{DAD31ABA-2213-66BA-65A9-8D35998867CF}"/>
          </ac:spMkLst>
        </pc:spChg>
        <pc:spChg chg="add mod">
          <ac:chgData name="Cui Andy" userId="e5dcc3e03b2de5ba" providerId="LiveId" clId="{C3DDD810-7AEB-40DB-89B5-4E614B968FBB}" dt="2022-05-10T11:50:29.521" v="724" actId="1076"/>
          <ac:spMkLst>
            <pc:docMk/>
            <pc:sldMk cId="2510561787" sldId="264"/>
            <ac:spMk id="24" creationId="{A34A1EC4-B8CA-AC4A-743C-44A5ABDC998E}"/>
          </ac:spMkLst>
        </pc:spChg>
        <pc:spChg chg="add mod">
          <ac:chgData name="Cui Andy" userId="e5dcc3e03b2de5ba" providerId="LiveId" clId="{C3DDD810-7AEB-40DB-89B5-4E614B968FBB}" dt="2022-05-10T11:50:29.521" v="724" actId="1076"/>
          <ac:spMkLst>
            <pc:docMk/>
            <pc:sldMk cId="2510561787" sldId="264"/>
            <ac:spMk id="25" creationId="{A54027AA-B364-A463-9655-5F31E0D51882}"/>
          </ac:spMkLst>
        </pc:spChg>
        <pc:spChg chg="add mod">
          <ac:chgData name="Cui Andy" userId="e5dcc3e03b2de5ba" providerId="LiveId" clId="{C3DDD810-7AEB-40DB-89B5-4E614B968FBB}" dt="2022-05-10T11:50:29.521" v="724" actId="1076"/>
          <ac:spMkLst>
            <pc:docMk/>
            <pc:sldMk cId="2510561787" sldId="264"/>
            <ac:spMk id="28" creationId="{C222718F-7E5D-0A61-EC65-0D8BE7C17F47}"/>
          </ac:spMkLst>
        </pc:spChg>
        <pc:spChg chg="add mod">
          <ac:chgData name="Cui Andy" userId="e5dcc3e03b2de5ba" providerId="LiveId" clId="{C3DDD810-7AEB-40DB-89B5-4E614B968FBB}" dt="2022-05-10T11:50:29.521" v="724" actId="1076"/>
          <ac:spMkLst>
            <pc:docMk/>
            <pc:sldMk cId="2510561787" sldId="264"/>
            <ac:spMk id="30" creationId="{22FB6308-272E-17E0-ECEB-FE5C0C4E7589}"/>
          </ac:spMkLst>
        </pc:spChg>
        <pc:spChg chg="add mod">
          <ac:chgData name="Cui Andy" userId="e5dcc3e03b2de5ba" providerId="LiveId" clId="{C3DDD810-7AEB-40DB-89B5-4E614B968FBB}" dt="2022-05-10T11:50:29.521" v="724" actId="1076"/>
          <ac:spMkLst>
            <pc:docMk/>
            <pc:sldMk cId="2510561787" sldId="264"/>
            <ac:spMk id="32" creationId="{102D33A6-E61A-8690-13BC-4F499AB30E9C}"/>
          </ac:spMkLst>
        </pc:spChg>
        <pc:cxnChg chg="add del mod">
          <ac:chgData name="Cui Andy" userId="e5dcc3e03b2de5ba" providerId="LiveId" clId="{C3DDD810-7AEB-40DB-89B5-4E614B968FBB}" dt="2022-05-10T11:50:23.093" v="722" actId="478"/>
          <ac:cxnSpMkLst>
            <pc:docMk/>
            <pc:sldMk cId="2510561787" sldId="264"/>
            <ac:cxnSpMk id="9" creationId="{8EF2D620-A4F3-2705-C8F9-96B3A0237EEC}"/>
          </ac:cxnSpMkLst>
        </pc:cxnChg>
        <pc:cxnChg chg="add del mod">
          <ac:chgData name="Cui Andy" userId="e5dcc3e03b2de5ba" providerId="LiveId" clId="{C3DDD810-7AEB-40DB-89B5-4E614B968FBB}" dt="2022-05-10T11:50:23.093" v="722" actId="478"/>
          <ac:cxnSpMkLst>
            <pc:docMk/>
            <pc:sldMk cId="2510561787" sldId="264"/>
            <ac:cxnSpMk id="10" creationId="{49346CB5-31D7-28FC-3B38-E2C66A651B00}"/>
          </ac:cxnSpMkLst>
        </pc:cxnChg>
        <pc:cxnChg chg="add del mod">
          <ac:chgData name="Cui Andy" userId="e5dcc3e03b2de5ba" providerId="LiveId" clId="{C3DDD810-7AEB-40DB-89B5-4E614B968FBB}" dt="2022-05-10T11:50:23.093" v="722" actId="478"/>
          <ac:cxnSpMkLst>
            <pc:docMk/>
            <pc:sldMk cId="2510561787" sldId="264"/>
            <ac:cxnSpMk id="12" creationId="{969D713A-6077-9E0A-0672-36C329422B33}"/>
          </ac:cxnSpMkLst>
        </pc:cxnChg>
        <pc:cxnChg chg="add del mod">
          <ac:chgData name="Cui Andy" userId="e5dcc3e03b2de5ba" providerId="LiveId" clId="{C3DDD810-7AEB-40DB-89B5-4E614B968FBB}" dt="2022-05-10T11:50:23.093" v="722" actId="478"/>
          <ac:cxnSpMkLst>
            <pc:docMk/>
            <pc:sldMk cId="2510561787" sldId="264"/>
            <ac:cxnSpMk id="14" creationId="{D1A03B82-36D8-86B0-C35E-1075FBB76694}"/>
          </ac:cxnSpMkLst>
        </pc:cxnChg>
        <pc:cxnChg chg="add del mod">
          <ac:chgData name="Cui Andy" userId="e5dcc3e03b2de5ba" providerId="LiveId" clId="{C3DDD810-7AEB-40DB-89B5-4E614B968FBB}" dt="2022-05-10T11:50:23.093" v="722" actId="478"/>
          <ac:cxnSpMkLst>
            <pc:docMk/>
            <pc:sldMk cId="2510561787" sldId="264"/>
            <ac:cxnSpMk id="16" creationId="{C86CADD8-D031-6803-7728-13C86B7ECED8}"/>
          </ac:cxnSpMkLst>
        </pc:cxnChg>
        <pc:cxnChg chg="add">
          <ac:chgData name="Cui Andy" userId="e5dcc3e03b2de5ba" providerId="LiveId" clId="{C3DDD810-7AEB-40DB-89B5-4E614B968FBB}" dt="2022-05-10T11:42:19.043" v="617" actId="11529"/>
          <ac:cxnSpMkLst>
            <pc:docMk/>
            <pc:sldMk cId="2510561787" sldId="264"/>
            <ac:cxnSpMk id="20" creationId="{0F8260A4-E630-DEEE-2156-F62080C8A7B0}"/>
          </ac:cxnSpMkLst>
        </pc:cxnChg>
        <pc:cxnChg chg="add mod">
          <ac:chgData name="Cui Andy" userId="e5dcc3e03b2de5ba" providerId="LiveId" clId="{C3DDD810-7AEB-40DB-89B5-4E614B968FBB}" dt="2022-05-10T11:50:29.521" v="724" actId="1076"/>
          <ac:cxnSpMkLst>
            <pc:docMk/>
            <pc:sldMk cId="2510561787" sldId="264"/>
            <ac:cxnSpMk id="26" creationId="{71D76B91-23B2-98B6-B9F1-A16D5CE00E1C}"/>
          </ac:cxnSpMkLst>
        </pc:cxnChg>
        <pc:cxnChg chg="add mod">
          <ac:chgData name="Cui Andy" userId="e5dcc3e03b2de5ba" providerId="LiveId" clId="{C3DDD810-7AEB-40DB-89B5-4E614B968FBB}" dt="2022-05-10T11:50:29.521" v="724" actId="1076"/>
          <ac:cxnSpMkLst>
            <pc:docMk/>
            <pc:sldMk cId="2510561787" sldId="264"/>
            <ac:cxnSpMk id="27" creationId="{250DD4BD-0ADE-3F67-6D11-F2DAC1C1D7DD}"/>
          </ac:cxnSpMkLst>
        </pc:cxnChg>
        <pc:cxnChg chg="add mod">
          <ac:chgData name="Cui Andy" userId="e5dcc3e03b2de5ba" providerId="LiveId" clId="{C3DDD810-7AEB-40DB-89B5-4E614B968FBB}" dt="2022-05-10T11:50:29.521" v="724" actId="1076"/>
          <ac:cxnSpMkLst>
            <pc:docMk/>
            <pc:sldMk cId="2510561787" sldId="264"/>
            <ac:cxnSpMk id="29" creationId="{657483DF-5C4F-68C6-C718-75E9FEEA5AEC}"/>
          </ac:cxnSpMkLst>
        </pc:cxnChg>
        <pc:cxnChg chg="add mod">
          <ac:chgData name="Cui Andy" userId="e5dcc3e03b2de5ba" providerId="LiveId" clId="{C3DDD810-7AEB-40DB-89B5-4E614B968FBB}" dt="2022-05-10T11:50:29.521" v="724" actId="1076"/>
          <ac:cxnSpMkLst>
            <pc:docMk/>
            <pc:sldMk cId="2510561787" sldId="264"/>
            <ac:cxnSpMk id="31" creationId="{9D12DD09-4070-E591-87F9-E7928E1D913B}"/>
          </ac:cxnSpMkLst>
        </pc:cxnChg>
        <pc:cxnChg chg="add mod">
          <ac:chgData name="Cui Andy" userId="e5dcc3e03b2de5ba" providerId="LiveId" clId="{C3DDD810-7AEB-40DB-89B5-4E614B968FBB}" dt="2022-05-10T11:50:29.521" v="724" actId="1076"/>
          <ac:cxnSpMkLst>
            <pc:docMk/>
            <pc:sldMk cId="2510561787" sldId="264"/>
            <ac:cxnSpMk id="33" creationId="{37B7EA03-7D4B-211B-F60B-C9795CA0E25D}"/>
          </ac:cxnSpMkLst>
        </pc:cxnChg>
      </pc:sldChg>
      <pc:sldChg chg="addSp delSp modSp mod">
        <pc:chgData name="Cui Andy" userId="e5dcc3e03b2de5ba" providerId="LiveId" clId="{C3DDD810-7AEB-40DB-89B5-4E614B968FBB}" dt="2022-05-10T11:50:41.966" v="727" actId="1076"/>
        <pc:sldMkLst>
          <pc:docMk/>
          <pc:sldMk cId="3035318600" sldId="265"/>
        </pc:sldMkLst>
        <pc:spChg chg="del">
          <ac:chgData name="Cui Andy" userId="e5dcc3e03b2de5ba" providerId="LiveId" clId="{C3DDD810-7AEB-40DB-89B5-4E614B968FBB}" dt="2022-05-10T11:50:35.932" v="725" actId="478"/>
          <ac:spMkLst>
            <pc:docMk/>
            <pc:sldMk cId="3035318600" sldId="265"/>
            <ac:spMk id="6" creationId="{92B504CE-4D7F-3AE2-9B01-ADA3472CD871}"/>
          </ac:spMkLst>
        </pc:spChg>
        <pc:spChg chg="del">
          <ac:chgData name="Cui Andy" userId="e5dcc3e03b2de5ba" providerId="LiveId" clId="{C3DDD810-7AEB-40DB-89B5-4E614B968FBB}" dt="2022-05-10T11:50:35.932" v="725" actId="478"/>
          <ac:spMkLst>
            <pc:docMk/>
            <pc:sldMk cId="3035318600" sldId="265"/>
            <ac:spMk id="7" creationId="{01367720-40FC-3A0B-1EA6-57DE7E25E829}"/>
          </ac:spMkLst>
        </pc:spChg>
        <pc:spChg chg="del">
          <ac:chgData name="Cui Andy" userId="e5dcc3e03b2de5ba" providerId="LiveId" clId="{C3DDD810-7AEB-40DB-89B5-4E614B968FBB}" dt="2022-05-10T11:50:35.932" v="725" actId="478"/>
          <ac:spMkLst>
            <pc:docMk/>
            <pc:sldMk cId="3035318600" sldId="265"/>
            <ac:spMk id="8" creationId="{718DE9F7-EDD5-432D-8369-6522EE5740FB}"/>
          </ac:spMkLst>
        </pc:spChg>
        <pc:spChg chg="del">
          <ac:chgData name="Cui Andy" userId="e5dcc3e03b2de5ba" providerId="LiveId" clId="{C3DDD810-7AEB-40DB-89B5-4E614B968FBB}" dt="2022-05-10T11:50:35.932" v="725" actId="478"/>
          <ac:spMkLst>
            <pc:docMk/>
            <pc:sldMk cId="3035318600" sldId="265"/>
            <ac:spMk id="11" creationId="{22DB0DD7-4B03-5EB9-57FC-5B781EE6150A}"/>
          </ac:spMkLst>
        </pc:spChg>
        <pc:spChg chg="del">
          <ac:chgData name="Cui Andy" userId="e5dcc3e03b2de5ba" providerId="LiveId" clId="{C3DDD810-7AEB-40DB-89B5-4E614B968FBB}" dt="2022-05-10T11:50:35.932" v="725" actId="478"/>
          <ac:spMkLst>
            <pc:docMk/>
            <pc:sldMk cId="3035318600" sldId="265"/>
            <ac:spMk id="13" creationId="{26129D49-EB14-CDE3-DB8D-B8342D9DB3F3}"/>
          </ac:spMkLst>
        </pc:spChg>
        <pc:spChg chg="del">
          <ac:chgData name="Cui Andy" userId="e5dcc3e03b2de5ba" providerId="LiveId" clId="{C3DDD810-7AEB-40DB-89B5-4E614B968FBB}" dt="2022-05-10T11:50:35.932" v="725" actId="478"/>
          <ac:spMkLst>
            <pc:docMk/>
            <pc:sldMk cId="3035318600" sldId="265"/>
            <ac:spMk id="15" creationId="{6CA44745-A4F4-DA71-CAD1-B65488B719BF}"/>
          </ac:spMkLst>
        </pc:spChg>
        <pc:spChg chg="del">
          <ac:chgData name="Cui Andy" userId="e5dcc3e03b2de5ba" providerId="LiveId" clId="{C3DDD810-7AEB-40DB-89B5-4E614B968FBB}" dt="2022-05-10T11:43:20.795" v="623" actId="478"/>
          <ac:spMkLst>
            <pc:docMk/>
            <pc:sldMk cId="3035318600" sldId="265"/>
            <ac:spMk id="21" creationId="{412C9EF2-3E2E-0795-F244-5AC3D862C715}"/>
          </ac:spMkLst>
        </pc:spChg>
        <pc:spChg chg="add mod">
          <ac:chgData name="Cui Andy" userId="e5dcc3e03b2de5ba" providerId="LiveId" clId="{C3DDD810-7AEB-40DB-89B5-4E614B968FBB}" dt="2022-05-10T11:45:15.939" v="672" actId="20577"/>
          <ac:spMkLst>
            <pc:docMk/>
            <pc:sldMk cId="3035318600" sldId="265"/>
            <ac:spMk id="22" creationId="{792DA298-F6D1-1431-FC5A-D8FC3BCF8F4D}"/>
          </ac:spMkLst>
        </pc:spChg>
        <pc:spChg chg="add mod">
          <ac:chgData name="Cui Andy" userId="e5dcc3e03b2de5ba" providerId="LiveId" clId="{C3DDD810-7AEB-40DB-89B5-4E614B968FBB}" dt="2022-05-10T11:44:10.315" v="636" actId="20577"/>
          <ac:spMkLst>
            <pc:docMk/>
            <pc:sldMk cId="3035318600" sldId="265"/>
            <ac:spMk id="24" creationId="{E24538DE-601E-6711-9D4D-7A74D5028517}"/>
          </ac:spMkLst>
        </pc:spChg>
        <pc:spChg chg="add mod">
          <ac:chgData name="Cui Andy" userId="e5dcc3e03b2de5ba" providerId="LiveId" clId="{C3DDD810-7AEB-40DB-89B5-4E614B968FBB}" dt="2022-05-10T11:44:23.070" v="640" actId="20577"/>
          <ac:spMkLst>
            <pc:docMk/>
            <pc:sldMk cId="3035318600" sldId="265"/>
            <ac:spMk id="25" creationId="{90E7A0CD-903C-2A1A-615A-C6526ABDBF9C}"/>
          </ac:spMkLst>
        </pc:spChg>
        <pc:spChg chg="add mod">
          <ac:chgData name="Cui Andy" userId="e5dcc3e03b2de5ba" providerId="LiveId" clId="{C3DDD810-7AEB-40DB-89B5-4E614B968FBB}" dt="2022-05-10T11:50:41.966" v="727" actId="1076"/>
          <ac:spMkLst>
            <pc:docMk/>
            <pc:sldMk cId="3035318600" sldId="265"/>
            <ac:spMk id="28" creationId="{8B4647F7-E48D-B44D-34C7-0026E61418AF}"/>
          </ac:spMkLst>
        </pc:spChg>
        <pc:spChg chg="add mod">
          <ac:chgData name="Cui Andy" userId="e5dcc3e03b2de5ba" providerId="LiveId" clId="{C3DDD810-7AEB-40DB-89B5-4E614B968FBB}" dt="2022-05-10T11:50:41.966" v="727" actId="1076"/>
          <ac:spMkLst>
            <pc:docMk/>
            <pc:sldMk cId="3035318600" sldId="265"/>
            <ac:spMk id="29" creationId="{F4C2C162-B2BA-0AB9-F02F-15AD22937EC4}"/>
          </ac:spMkLst>
        </pc:spChg>
        <pc:spChg chg="add mod">
          <ac:chgData name="Cui Andy" userId="e5dcc3e03b2de5ba" providerId="LiveId" clId="{C3DDD810-7AEB-40DB-89B5-4E614B968FBB}" dt="2022-05-10T11:50:41.966" v="727" actId="1076"/>
          <ac:spMkLst>
            <pc:docMk/>
            <pc:sldMk cId="3035318600" sldId="265"/>
            <ac:spMk id="30" creationId="{F4DADFEC-2737-EF75-F122-4EDDD86B4151}"/>
          </ac:spMkLst>
        </pc:spChg>
        <pc:spChg chg="add mod">
          <ac:chgData name="Cui Andy" userId="e5dcc3e03b2de5ba" providerId="LiveId" clId="{C3DDD810-7AEB-40DB-89B5-4E614B968FBB}" dt="2022-05-10T11:50:41.966" v="727" actId="1076"/>
          <ac:spMkLst>
            <pc:docMk/>
            <pc:sldMk cId="3035318600" sldId="265"/>
            <ac:spMk id="33" creationId="{FADE908E-1AC5-5FD2-7E57-D5BD02DF07D0}"/>
          </ac:spMkLst>
        </pc:spChg>
        <pc:spChg chg="add mod">
          <ac:chgData name="Cui Andy" userId="e5dcc3e03b2de5ba" providerId="LiveId" clId="{C3DDD810-7AEB-40DB-89B5-4E614B968FBB}" dt="2022-05-10T11:50:41.966" v="727" actId="1076"/>
          <ac:spMkLst>
            <pc:docMk/>
            <pc:sldMk cId="3035318600" sldId="265"/>
            <ac:spMk id="35" creationId="{08EAEB37-22B8-B376-BE74-7C1038C0C247}"/>
          </ac:spMkLst>
        </pc:spChg>
        <pc:spChg chg="add mod">
          <ac:chgData name="Cui Andy" userId="e5dcc3e03b2de5ba" providerId="LiveId" clId="{C3DDD810-7AEB-40DB-89B5-4E614B968FBB}" dt="2022-05-10T11:50:41.966" v="727" actId="1076"/>
          <ac:spMkLst>
            <pc:docMk/>
            <pc:sldMk cId="3035318600" sldId="265"/>
            <ac:spMk id="37" creationId="{9B7418CD-A9F1-CBF7-A19F-A55199317FFD}"/>
          </ac:spMkLst>
        </pc:spChg>
        <pc:cxnChg chg="del mod">
          <ac:chgData name="Cui Andy" userId="e5dcc3e03b2de5ba" providerId="LiveId" clId="{C3DDD810-7AEB-40DB-89B5-4E614B968FBB}" dt="2022-05-10T11:50:35.932" v="725" actId="478"/>
          <ac:cxnSpMkLst>
            <pc:docMk/>
            <pc:sldMk cId="3035318600" sldId="265"/>
            <ac:cxnSpMk id="9" creationId="{8EF2D620-A4F3-2705-C8F9-96B3A0237EEC}"/>
          </ac:cxnSpMkLst>
        </pc:cxnChg>
        <pc:cxnChg chg="del mod">
          <ac:chgData name="Cui Andy" userId="e5dcc3e03b2de5ba" providerId="LiveId" clId="{C3DDD810-7AEB-40DB-89B5-4E614B968FBB}" dt="2022-05-10T11:50:35.932" v="725" actId="478"/>
          <ac:cxnSpMkLst>
            <pc:docMk/>
            <pc:sldMk cId="3035318600" sldId="265"/>
            <ac:cxnSpMk id="10" creationId="{49346CB5-31D7-28FC-3B38-E2C66A651B00}"/>
          </ac:cxnSpMkLst>
        </pc:cxnChg>
        <pc:cxnChg chg="del mod">
          <ac:chgData name="Cui Andy" userId="e5dcc3e03b2de5ba" providerId="LiveId" clId="{C3DDD810-7AEB-40DB-89B5-4E614B968FBB}" dt="2022-05-10T11:50:35.932" v="725" actId="478"/>
          <ac:cxnSpMkLst>
            <pc:docMk/>
            <pc:sldMk cId="3035318600" sldId="265"/>
            <ac:cxnSpMk id="12" creationId="{969D713A-6077-9E0A-0672-36C329422B33}"/>
          </ac:cxnSpMkLst>
        </pc:cxnChg>
        <pc:cxnChg chg="del mod">
          <ac:chgData name="Cui Andy" userId="e5dcc3e03b2de5ba" providerId="LiveId" clId="{C3DDD810-7AEB-40DB-89B5-4E614B968FBB}" dt="2022-05-10T11:50:35.932" v="725" actId="478"/>
          <ac:cxnSpMkLst>
            <pc:docMk/>
            <pc:sldMk cId="3035318600" sldId="265"/>
            <ac:cxnSpMk id="14" creationId="{D1A03B82-36D8-86B0-C35E-1075FBB76694}"/>
          </ac:cxnSpMkLst>
        </pc:cxnChg>
        <pc:cxnChg chg="del mod">
          <ac:chgData name="Cui Andy" userId="e5dcc3e03b2de5ba" providerId="LiveId" clId="{C3DDD810-7AEB-40DB-89B5-4E614B968FBB}" dt="2022-05-10T11:50:35.932" v="725" actId="478"/>
          <ac:cxnSpMkLst>
            <pc:docMk/>
            <pc:sldMk cId="3035318600" sldId="265"/>
            <ac:cxnSpMk id="16" creationId="{C86CADD8-D031-6803-7728-13C86B7ECED8}"/>
          </ac:cxnSpMkLst>
        </pc:cxnChg>
        <pc:cxnChg chg="mod">
          <ac:chgData name="Cui Andy" userId="e5dcc3e03b2de5ba" providerId="LiveId" clId="{C3DDD810-7AEB-40DB-89B5-4E614B968FBB}" dt="2022-05-10T11:43:59.135" v="633" actId="14100"/>
          <ac:cxnSpMkLst>
            <pc:docMk/>
            <pc:sldMk cId="3035318600" sldId="265"/>
            <ac:cxnSpMk id="20" creationId="{0F8260A4-E630-DEEE-2156-F62080C8A7B0}"/>
          </ac:cxnSpMkLst>
        </pc:cxnChg>
        <pc:cxnChg chg="add">
          <ac:chgData name="Cui Andy" userId="e5dcc3e03b2de5ba" providerId="LiveId" clId="{C3DDD810-7AEB-40DB-89B5-4E614B968FBB}" dt="2022-05-10T11:44:32.882" v="641" actId="11529"/>
          <ac:cxnSpMkLst>
            <pc:docMk/>
            <pc:sldMk cId="3035318600" sldId="265"/>
            <ac:cxnSpMk id="27" creationId="{731322CC-E1F1-EFE4-C710-008E3AECB3BB}"/>
          </ac:cxnSpMkLst>
        </pc:cxnChg>
        <pc:cxnChg chg="add mod">
          <ac:chgData name="Cui Andy" userId="e5dcc3e03b2de5ba" providerId="LiveId" clId="{C3DDD810-7AEB-40DB-89B5-4E614B968FBB}" dt="2022-05-10T11:50:41.966" v="727" actId="1076"/>
          <ac:cxnSpMkLst>
            <pc:docMk/>
            <pc:sldMk cId="3035318600" sldId="265"/>
            <ac:cxnSpMk id="31" creationId="{C3F6B33E-5E7B-1515-85EE-5BA14548B6CE}"/>
          </ac:cxnSpMkLst>
        </pc:cxnChg>
        <pc:cxnChg chg="add mod">
          <ac:chgData name="Cui Andy" userId="e5dcc3e03b2de5ba" providerId="LiveId" clId="{C3DDD810-7AEB-40DB-89B5-4E614B968FBB}" dt="2022-05-10T11:50:41.966" v="727" actId="1076"/>
          <ac:cxnSpMkLst>
            <pc:docMk/>
            <pc:sldMk cId="3035318600" sldId="265"/>
            <ac:cxnSpMk id="32" creationId="{29828D6B-8050-7851-C352-EEA31E21C71A}"/>
          </ac:cxnSpMkLst>
        </pc:cxnChg>
        <pc:cxnChg chg="add mod">
          <ac:chgData name="Cui Andy" userId="e5dcc3e03b2de5ba" providerId="LiveId" clId="{C3DDD810-7AEB-40DB-89B5-4E614B968FBB}" dt="2022-05-10T11:50:41.966" v="727" actId="1076"/>
          <ac:cxnSpMkLst>
            <pc:docMk/>
            <pc:sldMk cId="3035318600" sldId="265"/>
            <ac:cxnSpMk id="34" creationId="{5338BEE0-103B-5E04-CF5B-E993413B6438}"/>
          </ac:cxnSpMkLst>
        </pc:cxnChg>
        <pc:cxnChg chg="add mod">
          <ac:chgData name="Cui Andy" userId="e5dcc3e03b2de5ba" providerId="LiveId" clId="{C3DDD810-7AEB-40DB-89B5-4E614B968FBB}" dt="2022-05-10T11:50:41.966" v="727" actId="1076"/>
          <ac:cxnSpMkLst>
            <pc:docMk/>
            <pc:sldMk cId="3035318600" sldId="265"/>
            <ac:cxnSpMk id="36" creationId="{2713A0B6-E67A-0999-93C7-07EF0D1D24AA}"/>
          </ac:cxnSpMkLst>
        </pc:cxnChg>
        <pc:cxnChg chg="add mod">
          <ac:chgData name="Cui Andy" userId="e5dcc3e03b2de5ba" providerId="LiveId" clId="{C3DDD810-7AEB-40DB-89B5-4E614B968FBB}" dt="2022-05-10T11:50:41.966" v="727" actId="1076"/>
          <ac:cxnSpMkLst>
            <pc:docMk/>
            <pc:sldMk cId="3035318600" sldId="265"/>
            <ac:cxnSpMk id="38" creationId="{77A5B5F9-5929-069F-7B49-FB1CBFE42E44}"/>
          </ac:cxnSpMkLst>
        </pc:cxnChg>
      </pc:sldChg>
      <pc:sldChg chg="addSp delSp modSp mod">
        <pc:chgData name="Cui Andy" userId="e5dcc3e03b2de5ba" providerId="LiveId" clId="{C3DDD810-7AEB-40DB-89B5-4E614B968FBB}" dt="2022-05-10T11:50:57.515" v="732" actId="1076"/>
        <pc:sldMkLst>
          <pc:docMk/>
          <pc:sldMk cId="2417569567" sldId="266"/>
        </pc:sldMkLst>
        <pc:spChg chg="mod">
          <ac:chgData name="Cui Andy" userId="e5dcc3e03b2de5ba" providerId="LiveId" clId="{C3DDD810-7AEB-40DB-89B5-4E614B968FBB}" dt="2022-05-10T11:50:46.989" v="729" actId="1076"/>
          <ac:spMkLst>
            <pc:docMk/>
            <pc:sldMk cId="2417569567" sldId="266"/>
            <ac:spMk id="2" creationId="{A9C19519-32B6-C582-3826-8A48D92D78FF}"/>
          </ac:spMkLst>
        </pc:spChg>
        <pc:spChg chg="del mod">
          <ac:chgData name="Cui Andy" userId="e5dcc3e03b2de5ba" providerId="LiveId" clId="{C3DDD810-7AEB-40DB-89B5-4E614B968FBB}" dt="2022-05-10T11:50:49.892" v="730" actId="478"/>
          <ac:spMkLst>
            <pc:docMk/>
            <pc:sldMk cId="2417569567" sldId="266"/>
            <ac:spMk id="6" creationId="{92B504CE-4D7F-3AE2-9B01-ADA3472CD871}"/>
          </ac:spMkLst>
        </pc:spChg>
        <pc:spChg chg="del mod">
          <ac:chgData name="Cui Andy" userId="e5dcc3e03b2de5ba" providerId="LiveId" clId="{C3DDD810-7AEB-40DB-89B5-4E614B968FBB}" dt="2022-05-10T11:50:49.892" v="730" actId="478"/>
          <ac:spMkLst>
            <pc:docMk/>
            <pc:sldMk cId="2417569567" sldId="266"/>
            <ac:spMk id="7" creationId="{01367720-40FC-3A0B-1EA6-57DE7E25E829}"/>
          </ac:spMkLst>
        </pc:spChg>
        <pc:spChg chg="del mod">
          <ac:chgData name="Cui Andy" userId="e5dcc3e03b2de5ba" providerId="LiveId" clId="{C3DDD810-7AEB-40DB-89B5-4E614B968FBB}" dt="2022-05-10T11:50:49.892" v="730" actId="478"/>
          <ac:spMkLst>
            <pc:docMk/>
            <pc:sldMk cId="2417569567" sldId="266"/>
            <ac:spMk id="8" creationId="{718DE9F7-EDD5-432D-8369-6522EE5740FB}"/>
          </ac:spMkLst>
        </pc:spChg>
        <pc:spChg chg="del mod">
          <ac:chgData name="Cui Andy" userId="e5dcc3e03b2de5ba" providerId="LiveId" clId="{C3DDD810-7AEB-40DB-89B5-4E614B968FBB}" dt="2022-05-10T11:50:49.892" v="730" actId="478"/>
          <ac:spMkLst>
            <pc:docMk/>
            <pc:sldMk cId="2417569567" sldId="266"/>
            <ac:spMk id="11" creationId="{22DB0DD7-4B03-5EB9-57FC-5B781EE6150A}"/>
          </ac:spMkLst>
        </pc:spChg>
        <pc:spChg chg="del mod">
          <ac:chgData name="Cui Andy" userId="e5dcc3e03b2de5ba" providerId="LiveId" clId="{C3DDD810-7AEB-40DB-89B5-4E614B968FBB}" dt="2022-05-10T11:50:49.892" v="730" actId="478"/>
          <ac:spMkLst>
            <pc:docMk/>
            <pc:sldMk cId="2417569567" sldId="266"/>
            <ac:spMk id="13" creationId="{26129D49-EB14-CDE3-DB8D-B8342D9DB3F3}"/>
          </ac:spMkLst>
        </pc:spChg>
        <pc:spChg chg="del">
          <ac:chgData name="Cui Andy" userId="e5dcc3e03b2de5ba" providerId="LiveId" clId="{C3DDD810-7AEB-40DB-89B5-4E614B968FBB}" dt="2022-05-10T11:49:51.098" v="717" actId="478"/>
          <ac:spMkLst>
            <pc:docMk/>
            <pc:sldMk cId="2417569567" sldId="266"/>
            <ac:spMk id="15" creationId="{6CA44745-A4F4-DA71-CAD1-B65488B719BF}"/>
          </ac:spMkLst>
        </pc:spChg>
        <pc:spChg chg="add">
          <ac:chgData name="Cui Andy" userId="e5dcc3e03b2de5ba" providerId="LiveId" clId="{C3DDD810-7AEB-40DB-89B5-4E614B968FBB}" dt="2022-05-10T11:46:19.203" v="675" actId="11529"/>
          <ac:spMkLst>
            <pc:docMk/>
            <pc:sldMk cId="2417569567" sldId="266"/>
            <ac:spMk id="19" creationId="{DCCB9499-C55C-BD63-67DF-8ECAE225E165}"/>
          </ac:spMkLst>
        </pc:spChg>
        <pc:spChg chg="mod">
          <ac:chgData name="Cui Andy" userId="e5dcc3e03b2de5ba" providerId="LiveId" clId="{C3DDD810-7AEB-40DB-89B5-4E614B968FBB}" dt="2022-05-10T11:47:08.681" v="694" actId="20577"/>
          <ac:spMkLst>
            <pc:docMk/>
            <pc:sldMk cId="2417569567" sldId="266"/>
            <ac:spMk id="22" creationId="{792DA298-F6D1-1431-FC5A-D8FC3BCF8F4D}"/>
          </ac:spMkLst>
        </pc:spChg>
        <pc:spChg chg="add mod">
          <ac:chgData name="Cui Andy" userId="e5dcc3e03b2de5ba" providerId="LiveId" clId="{C3DDD810-7AEB-40DB-89B5-4E614B968FBB}" dt="2022-05-10T11:46:31.541" v="679" actId="20577"/>
          <ac:spMkLst>
            <pc:docMk/>
            <pc:sldMk cId="2417569567" sldId="266"/>
            <ac:spMk id="26" creationId="{3DEDD422-21F1-ECC4-CC0E-BF1D0DECEB49}"/>
          </ac:spMkLst>
        </pc:spChg>
        <pc:spChg chg="add mod">
          <ac:chgData name="Cui Andy" userId="e5dcc3e03b2de5ba" providerId="LiveId" clId="{C3DDD810-7AEB-40DB-89B5-4E614B968FBB}" dt="2022-05-10T11:50:57.515" v="732" actId="1076"/>
          <ac:spMkLst>
            <pc:docMk/>
            <pc:sldMk cId="2417569567" sldId="266"/>
            <ac:spMk id="28" creationId="{BF45B6DC-0156-13D9-1059-4A95B6B64D59}"/>
          </ac:spMkLst>
        </pc:spChg>
        <pc:spChg chg="add mod">
          <ac:chgData name="Cui Andy" userId="e5dcc3e03b2de5ba" providerId="LiveId" clId="{C3DDD810-7AEB-40DB-89B5-4E614B968FBB}" dt="2022-05-10T11:50:57.515" v="732" actId="1076"/>
          <ac:spMkLst>
            <pc:docMk/>
            <pc:sldMk cId="2417569567" sldId="266"/>
            <ac:spMk id="29" creationId="{188651E7-C211-0444-F40A-32271FB9973F}"/>
          </ac:spMkLst>
        </pc:spChg>
        <pc:spChg chg="add mod">
          <ac:chgData name="Cui Andy" userId="e5dcc3e03b2de5ba" providerId="LiveId" clId="{C3DDD810-7AEB-40DB-89B5-4E614B968FBB}" dt="2022-05-10T11:50:57.515" v="732" actId="1076"/>
          <ac:spMkLst>
            <pc:docMk/>
            <pc:sldMk cId="2417569567" sldId="266"/>
            <ac:spMk id="30" creationId="{A06A1E08-CDDB-0744-87BA-833421E1772A}"/>
          </ac:spMkLst>
        </pc:spChg>
        <pc:spChg chg="add mod">
          <ac:chgData name="Cui Andy" userId="e5dcc3e03b2de5ba" providerId="LiveId" clId="{C3DDD810-7AEB-40DB-89B5-4E614B968FBB}" dt="2022-05-10T11:50:57.515" v="732" actId="1076"/>
          <ac:spMkLst>
            <pc:docMk/>
            <pc:sldMk cId="2417569567" sldId="266"/>
            <ac:spMk id="33" creationId="{2A96F726-ABD0-EC19-B0F7-883DD1CBA11F}"/>
          </ac:spMkLst>
        </pc:spChg>
        <pc:spChg chg="add mod">
          <ac:chgData name="Cui Andy" userId="e5dcc3e03b2de5ba" providerId="LiveId" clId="{C3DDD810-7AEB-40DB-89B5-4E614B968FBB}" dt="2022-05-10T11:50:57.515" v="732" actId="1076"/>
          <ac:spMkLst>
            <pc:docMk/>
            <pc:sldMk cId="2417569567" sldId="266"/>
            <ac:spMk id="35" creationId="{2E2BF727-EEE7-8AA9-58C1-C83089D3057A}"/>
          </ac:spMkLst>
        </pc:spChg>
        <pc:spChg chg="add mod">
          <ac:chgData name="Cui Andy" userId="e5dcc3e03b2de5ba" providerId="LiveId" clId="{C3DDD810-7AEB-40DB-89B5-4E614B968FBB}" dt="2022-05-10T11:50:57.515" v="732" actId="1076"/>
          <ac:spMkLst>
            <pc:docMk/>
            <pc:sldMk cId="2417569567" sldId="266"/>
            <ac:spMk id="37" creationId="{44456E8E-712B-5DC0-D1F6-138AEADFFA29}"/>
          </ac:spMkLst>
        </pc:spChg>
        <pc:cxnChg chg="del mod">
          <ac:chgData name="Cui Andy" userId="e5dcc3e03b2de5ba" providerId="LiveId" clId="{C3DDD810-7AEB-40DB-89B5-4E614B968FBB}" dt="2022-05-10T11:50:49.892" v="730" actId="478"/>
          <ac:cxnSpMkLst>
            <pc:docMk/>
            <pc:sldMk cId="2417569567" sldId="266"/>
            <ac:cxnSpMk id="9" creationId="{8EF2D620-A4F3-2705-C8F9-96B3A0237EEC}"/>
          </ac:cxnSpMkLst>
        </pc:cxnChg>
        <pc:cxnChg chg="del mod">
          <ac:chgData name="Cui Andy" userId="e5dcc3e03b2de5ba" providerId="LiveId" clId="{C3DDD810-7AEB-40DB-89B5-4E614B968FBB}" dt="2022-05-10T11:50:49.892" v="730" actId="478"/>
          <ac:cxnSpMkLst>
            <pc:docMk/>
            <pc:sldMk cId="2417569567" sldId="266"/>
            <ac:cxnSpMk id="10" creationId="{49346CB5-31D7-28FC-3B38-E2C66A651B00}"/>
          </ac:cxnSpMkLst>
        </pc:cxnChg>
        <pc:cxnChg chg="del mod">
          <ac:chgData name="Cui Andy" userId="e5dcc3e03b2de5ba" providerId="LiveId" clId="{C3DDD810-7AEB-40DB-89B5-4E614B968FBB}" dt="2022-05-10T11:50:49.892" v="730" actId="478"/>
          <ac:cxnSpMkLst>
            <pc:docMk/>
            <pc:sldMk cId="2417569567" sldId="266"/>
            <ac:cxnSpMk id="12" creationId="{969D713A-6077-9E0A-0672-36C329422B33}"/>
          </ac:cxnSpMkLst>
        </pc:cxnChg>
        <pc:cxnChg chg="del mod">
          <ac:chgData name="Cui Andy" userId="e5dcc3e03b2de5ba" providerId="LiveId" clId="{C3DDD810-7AEB-40DB-89B5-4E614B968FBB}" dt="2022-05-10T11:50:49.892" v="730" actId="478"/>
          <ac:cxnSpMkLst>
            <pc:docMk/>
            <pc:sldMk cId="2417569567" sldId="266"/>
            <ac:cxnSpMk id="14" creationId="{D1A03B82-36D8-86B0-C35E-1075FBB76694}"/>
          </ac:cxnSpMkLst>
        </pc:cxnChg>
        <pc:cxnChg chg="del mod">
          <ac:chgData name="Cui Andy" userId="e5dcc3e03b2de5ba" providerId="LiveId" clId="{C3DDD810-7AEB-40DB-89B5-4E614B968FBB}" dt="2022-05-10T11:49:52.273" v="718" actId="478"/>
          <ac:cxnSpMkLst>
            <pc:docMk/>
            <pc:sldMk cId="2417569567" sldId="266"/>
            <ac:cxnSpMk id="16" creationId="{C86CADD8-D031-6803-7728-13C86B7ECED8}"/>
          </ac:cxnSpMkLst>
        </pc:cxnChg>
        <pc:cxnChg chg="del">
          <ac:chgData name="Cui Andy" userId="e5dcc3e03b2de5ba" providerId="LiveId" clId="{C3DDD810-7AEB-40DB-89B5-4E614B968FBB}" dt="2022-05-10T11:46:09.755" v="674" actId="478"/>
          <ac:cxnSpMkLst>
            <pc:docMk/>
            <pc:sldMk cId="2417569567" sldId="266"/>
            <ac:cxnSpMk id="20" creationId="{0F8260A4-E630-DEEE-2156-F62080C8A7B0}"/>
          </ac:cxnSpMkLst>
        </pc:cxnChg>
        <pc:cxnChg chg="add">
          <ac:chgData name="Cui Andy" userId="e5dcc3e03b2de5ba" providerId="LiveId" clId="{C3DDD810-7AEB-40DB-89B5-4E614B968FBB}" dt="2022-05-10T11:46:42.216" v="680" actId="11529"/>
          <ac:cxnSpMkLst>
            <pc:docMk/>
            <pc:sldMk cId="2417569567" sldId="266"/>
            <ac:cxnSpMk id="23" creationId="{D240B6A9-99DF-DA28-018A-AC45CB28343F}"/>
          </ac:cxnSpMkLst>
        </pc:cxnChg>
        <pc:cxnChg chg="del">
          <ac:chgData name="Cui Andy" userId="e5dcc3e03b2de5ba" providerId="LiveId" clId="{C3DDD810-7AEB-40DB-89B5-4E614B968FBB}" dt="2022-05-10T11:46:08.654" v="673" actId="478"/>
          <ac:cxnSpMkLst>
            <pc:docMk/>
            <pc:sldMk cId="2417569567" sldId="266"/>
            <ac:cxnSpMk id="27" creationId="{731322CC-E1F1-EFE4-C710-008E3AECB3BB}"/>
          </ac:cxnSpMkLst>
        </pc:cxnChg>
        <pc:cxnChg chg="add mod">
          <ac:chgData name="Cui Andy" userId="e5dcc3e03b2de5ba" providerId="LiveId" clId="{C3DDD810-7AEB-40DB-89B5-4E614B968FBB}" dt="2022-05-10T11:50:57.515" v="732" actId="1076"/>
          <ac:cxnSpMkLst>
            <pc:docMk/>
            <pc:sldMk cId="2417569567" sldId="266"/>
            <ac:cxnSpMk id="31" creationId="{079C564C-E994-E9CF-39A4-32030275AEE7}"/>
          </ac:cxnSpMkLst>
        </pc:cxnChg>
        <pc:cxnChg chg="add mod">
          <ac:chgData name="Cui Andy" userId="e5dcc3e03b2de5ba" providerId="LiveId" clId="{C3DDD810-7AEB-40DB-89B5-4E614B968FBB}" dt="2022-05-10T11:50:57.515" v="732" actId="1076"/>
          <ac:cxnSpMkLst>
            <pc:docMk/>
            <pc:sldMk cId="2417569567" sldId="266"/>
            <ac:cxnSpMk id="32" creationId="{BB13ECCB-FFC4-77FD-1E19-E9FF91055BDD}"/>
          </ac:cxnSpMkLst>
        </pc:cxnChg>
        <pc:cxnChg chg="add mod">
          <ac:chgData name="Cui Andy" userId="e5dcc3e03b2de5ba" providerId="LiveId" clId="{C3DDD810-7AEB-40DB-89B5-4E614B968FBB}" dt="2022-05-10T11:50:57.515" v="732" actId="1076"/>
          <ac:cxnSpMkLst>
            <pc:docMk/>
            <pc:sldMk cId="2417569567" sldId="266"/>
            <ac:cxnSpMk id="34" creationId="{86595CED-ADA2-A0FE-8AE8-986513B948FA}"/>
          </ac:cxnSpMkLst>
        </pc:cxnChg>
        <pc:cxnChg chg="add mod">
          <ac:chgData name="Cui Andy" userId="e5dcc3e03b2de5ba" providerId="LiveId" clId="{C3DDD810-7AEB-40DB-89B5-4E614B968FBB}" dt="2022-05-10T11:50:57.515" v="732" actId="1076"/>
          <ac:cxnSpMkLst>
            <pc:docMk/>
            <pc:sldMk cId="2417569567" sldId="266"/>
            <ac:cxnSpMk id="36" creationId="{413EB0CD-5E28-3F4B-8BD7-A8FE3342C810}"/>
          </ac:cxnSpMkLst>
        </pc:cxnChg>
        <pc:cxnChg chg="add mod">
          <ac:chgData name="Cui Andy" userId="e5dcc3e03b2de5ba" providerId="LiveId" clId="{C3DDD810-7AEB-40DB-89B5-4E614B968FBB}" dt="2022-05-10T11:50:57.515" v="732" actId="1076"/>
          <ac:cxnSpMkLst>
            <pc:docMk/>
            <pc:sldMk cId="2417569567" sldId="266"/>
            <ac:cxnSpMk id="38" creationId="{0BAEF95B-B30B-011F-4A89-3ECD2165BF1B}"/>
          </ac:cxnSpMkLst>
        </pc:cxnChg>
      </pc:sldChg>
      <pc:sldChg chg="addSp delSp modSp mod">
        <pc:chgData name="Cui Andy" userId="e5dcc3e03b2de5ba" providerId="LiveId" clId="{C3DDD810-7AEB-40DB-89B5-4E614B968FBB}" dt="2022-05-10T11:52:21.344" v="749" actId="20577"/>
        <pc:sldMkLst>
          <pc:docMk/>
          <pc:sldMk cId="18547050" sldId="267"/>
        </pc:sldMkLst>
        <pc:spChg chg="del">
          <ac:chgData name="Cui Andy" userId="e5dcc3e03b2de5ba" providerId="LiveId" clId="{C3DDD810-7AEB-40DB-89B5-4E614B968FBB}" dt="2022-05-10T11:51:06.622" v="733" actId="478"/>
          <ac:spMkLst>
            <pc:docMk/>
            <pc:sldMk cId="18547050" sldId="267"/>
            <ac:spMk id="6" creationId="{92B504CE-4D7F-3AE2-9B01-ADA3472CD871}"/>
          </ac:spMkLst>
        </pc:spChg>
        <pc:spChg chg="del">
          <ac:chgData name="Cui Andy" userId="e5dcc3e03b2de5ba" providerId="LiveId" clId="{C3DDD810-7AEB-40DB-89B5-4E614B968FBB}" dt="2022-05-10T11:51:06.622" v="733" actId="478"/>
          <ac:spMkLst>
            <pc:docMk/>
            <pc:sldMk cId="18547050" sldId="267"/>
            <ac:spMk id="7" creationId="{01367720-40FC-3A0B-1EA6-57DE7E25E829}"/>
          </ac:spMkLst>
        </pc:spChg>
        <pc:spChg chg="del">
          <ac:chgData name="Cui Andy" userId="e5dcc3e03b2de5ba" providerId="LiveId" clId="{C3DDD810-7AEB-40DB-89B5-4E614B968FBB}" dt="2022-05-10T11:51:06.622" v="733" actId="478"/>
          <ac:spMkLst>
            <pc:docMk/>
            <pc:sldMk cId="18547050" sldId="267"/>
            <ac:spMk id="8" creationId="{718DE9F7-EDD5-432D-8369-6522EE5740FB}"/>
          </ac:spMkLst>
        </pc:spChg>
        <pc:spChg chg="del">
          <ac:chgData name="Cui Andy" userId="e5dcc3e03b2de5ba" providerId="LiveId" clId="{C3DDD810-7AEB-40DB-89B5-4E614B968FBB}" dt="2022-05-10T11:51:06.622" v="733" actId="478"/>
          <ac:spMkLst>
            <pc:docMk/>
            <pc:sldMk cId="18547050" sldId="267"/>
            <ac:spMk id="11" creationId="{22DB0DD7-4B03-5EB9-57FC-5B781EE6150A}"/>
          </ac:spMkLst>
        </pc:spChg>
        <pc:spChg chg="del">
          <ac:chgData name="Cui Andy" userId="e5dcc3e03b2de5ba" providerId="LiveId" clId="{C3DDD810-7AEB-40DB-89B5-4E614B968FBB}" dt="2022-05-10T11:51:06.622" v="733" actId="478"/>
          <ac:spMkLst>
            <pc:docMk/>
            <pc:sldMk cId="18547050" sldId="267"/>
            <ac:spMk id="13" creationId="{26129D49-EB14-CDE3-DB8D-B8342D9DB3F3}"/>
          </ac:spMkLst>
        </pc:spChg>
        <pc:spChg chg="del">
          <ac:chgData name="Cui Andy" userId="e5dcc3e03b2de5ba" providerId="LiveId" clId="{C3DDD810-7AEB-40DB-89B5-4E614B968FBB}" dt="2022-05-10T11:51:06.622" v="733" actId="478"/>
          <ac:spMkLst>
            <pc:docMk/>
            <pc:sldMk cId="18547050" sldId="267"/>
            <ac:spMk id="15" creationId="{6CA44745-A4F4-DA71-CAD1-B65488B719BF}"/>
          </ac:spMkLst>
        </pc:spChg>
        <pc:spChg chg="mod">
          <ac:chgData name="Cui Andy" userId="e5dcc3e03b2de5ba" providerId="LiveId" clId="{C3DDD810-7AEB-40DB-89B5-4E614B968FBB}" dt="2022-05-10T11:47:35.385" v="696" actId="1076"/>
          <ac:spMkLst>
            <pc:docMk/>
            <pc:sldMk cId="18547050" sldId="267"/>
            <ac:spMk id="19" creationId="{DCCB9499-C55C-BD63-67DF-8ECAE225E165}"/>
          </ac:spMkLst>
        </pc:spChg>
        <pc:spChg chg="mod">
          <ac:chgData name="Cui Andy" userId="e5dcc3e03b2de5ba" providerId="LiveId" clId="{C3DDD810-7AEB-40DB-89B5-4E614B968FBB}" dt="2022-05-10T11:48:24.822" v="705" actId="20577"/>
          <ac:spMkLst>
            <pc:docMk/>
            <pc:sldMk cId="18547050" sldId="267"/>
            <ac:spMk id="22" creationId="{792DA298-F6D1-1431-FC5A-D8FC3BCF8F4D}"/>
          </ac:spMkLst>
        </pc:spChg>
        <pc:spChg chg="del">
          <ac:chgData name="Cui Andy" userId="e5dcc3e03b2de5ba" providerId="LiveId" clId="{C3DDD810-7AEB-40DB-89B5-4E614B968FBB}" dt="2022-05-10T11:48:05.588" v="698" actId="478"/>
          <ac:spMkLst>
            <pc:docMk/>
            <pc:sldMk cId="18547050" sldId="267"/>
            <ac:spMk id="24" creationId="{E24538DE-601E-6711-9D4D-7A74D5028517}"/>
          </ac:spMkLst>
        </pc:spChg>
        <pc:spChg chg="mod">
          <ac:chgData name="Cui Andy" userId="e5dcc3e03b2de5ba" providerId="LiveId" clId="{C3DDD810-7AEB-40DB-89B5-4E614B968FBB}" dt="2022-05-10T11:52:10.135" v="745" actId="20577"/>
          <ac:spMkLst>
            <pc:docMk/>
            <pc:sldMk cId="18547050" sldId="267"/>
            <ac:spMk id="26" creationId="{3DEDD422-21F1-ECC4-CC0E-BF1D0DECEB49}"/>
          </ac:spMkLst>
        </pc:spChg>
        <pc:spChg chg="add mod">
          <ac:chgData name="Cui Andy" userId="e5dcc3e03b2de5ba" providerId="LiveId" clId="{C3DDD810-7AEB-40DB-89B5-4E614B968FBB}" dt="2022-05-10T11:51:13.288" v="735" actId="1076"/>
          <ac:spMkLst>
            <pc:docMk/>
            <pc:sldMk cId="18547050" sldId="267"/>
            <ac:spMk id="27" creationId="{3B8FA403-1106-4914-DDC2-2A858B11C8B6}"/>
          </ac:spMkLst>
        </pc:spChg>
        <pc:spChg chg="add mod">
          <ac:chgData name="Cui Andy" userId="e5dcc3e03b2de5ba" providerId="LiveId" clId="{C3DDD810-7AEB-40DB-89B5-4E614B968FBB}" dt="2022-05-10T11:51:13.288" v="735" actId="1076"/>
          <ac:spMkLst>
            <pc:docMk/>
            <pc:sldMk cId="18547050" sldId="267"/>
            <ac:spMk id="28" creationId="{C4FC684E-549D-633E-C084-A860D66EC784}"/>
          </ac:spMkLst>
        </pc:spChg>
        <pc:spChg chg="add mod">
          <ac:chgData name="Cui Andy" userId="e5dcc3e03b2de5ba" providerId="LiveId" clId="{C3DDD810-7AEB-40DB-89B5-4E614B968FBB}" dt="2022-05-10T11:51:13.288" v="735" actId="1076"/>
          <ac:spMkLst>
            <pc:docMk/>
            <pc:sldMk cId="18547050" sldId="267"/>
            <ac:spMk id="29" creationId="{16068674-E8E1-2F50-0E36-6595F72A3485}"/>
          </ac:spMkLst>
        </pc:spChg>
        <pc:spChg chg="add mod">
          <ac:chgData name="Cui Andy" userId="e5dcc3e03b2de5ba" providerId="LiveId" clId="{C3DDD810-7AEB-40DB-89B5-4E614B968FBB}" dt="2022-05-10T11:51:13.288" v="735" actId="1076"/>
          <ac:spMkLst>
            <pc:docMk/>
            <pc:sldMk cId="18547050" sldId="267"/>
            <ac:spMk id="32" creationId="{521438AA-C51A-D1AC-E1BF-EB3074444A31}"/>
          </ac:spMkLst>
        </pc:spChg>
        <pc:spChg chg="add mod">
          <ac:chgData name="Cui Andy" userId="e5dcc3e03b2de5ba" providerId="LiveId" clId="{C3DDD810-7AEB-40DB-89B5-4E614B968FBB}" dt="2022-05-10T11:51:13.288" v="735" actId="1076"/>
          <ac:spMkLst>
            <pc:docMk/>
            <pc:sldMk cId="18547050" sldId="267"/>
            <ac:spMk id="34" creationId="{C03FDF9C-F66B-2A82-F359-C86850108B4D}"/>
          </ac:spMkLst>
        </pc:spChg>
        <pc:spChg chg="add mod">
          <ac:chgData name="Cui Andy" userId="e5dcc3e03b2de5ba" providerId="LiveId" clId="{C3DDD810-7AEB-40DB-89B5-4E614B968FBB}" dt="2022-05-10T11:51:13.288" v="735" actId="1076"/>
          <ac:spMkLst>
            <pc:docMk/>
            <pc:sldMk cId="18547050" sldId="267"/>
            <ac:spMk id="36" creationId="{C0BE3463-5621-38C4-FBC6-B244807D46F3}"/>
          </ac:spMkLst>
        </pc:spChg>
        <pc:spChg chg="add mod">
          <ac:chgData name="Cui Andy" userId="e5dcc3e03b2de5ba" providerId="LiveId" clId="{C3DDD810-7AEB-40DB-89B5-4E614B968FBB}" dt="2022-05-10T11:52:21.344" v="749" actId="20577"/>
          <ac:spMkLst>
            <pc:docMk/>
            <pc:sldMk cId="18547050" sldId="267"/>
            <ac:spMk id="38" creationId="{A11C7AAF-B916-2194-6C11-69C08C0CDF66}"/>
          </ac:spMkLst>
        </pc:spChg>
        <pc:cxnChg chg="del mod">
          <ac:chgData name="Cui Andy" userId="e5dcc3e03b2de5ba" providerId="LiveId" clId="{C3DDD810-7AEB-40DB-89B5-4E614B968FBB}" dt="2022-05-10T11:51:06.622" v="733" actId="478"/>
          <ac:cxnSpMkLst>
            <pc:docMk/>
            <pc:sldMk cId="18547050" sldId="267"/>
            <ac:cxnSpMk id="9" creationId="{8EF2D620-A4F3-2705-C8F9-96B3A0237EEC}"/>
          </ac:cxnSpMkLst>
        </pc:cxnChg>
        <pc:cxnChg chg="del mod">
          <ac:chgData name="Cui Andy" userId="e5dcc3e03b2de5ba" providerId="LiveId" clId="{C3DDD810-7AEB-40DB-89B5-4E614B968FBB}" dt="2022-05-10T11:51:06.622" v="733" actId="478"/>
          <ac:cxnSpMkLst>
            <pc:docMk/>
            <pc:sldMk cId="18547050" sldId="267"/>
            <ac:cxnSpMk id="10" creationId="{49346CB5-31D7-28FC-3B38-E2C66A651B00}"/>
          </ac:cxnSpMkLst>
        </pc:cxnChg>
        <pc:cxnChg chg="del mod">
          <ac:chgData name="Cui Andy" userId="e5dcc3e03b2de5ba" providerId="LiveId" clId="{C3DDD810-7AEB-40DB-89B5-4E614B968FBB}" dt="2022-05-10T11:51:06.622" v="733" actId="478"/>
          <ac:cxnSpMkLst>
            <pc:docMk/>
            <pc:sldMk cId="18547050" sldId="267"/>
            <ac:cxnSpMk id="12" creationId="{969D713A-6077-9E0A-0672-36C329422B33}"/>
          </ac:cxnSpMkLst>
        </pc:cxnChg>
        <pc:cxnChg chg="del mod">
          <ac:chgData name="Cui Andy" userId="e5dcc3e03b2de5ba" providerId="LiveId" clId="{C3DDD810-7AEB-40DB-89B5-4E614B968FBB}" dt="2022-05-10T11:51:06.622" v="733" actId="478"/>
          <ac:cxnSpMkLst>
            <pc:docMk/>
            <pc:sldMk cId="18547050" sldId="267"/>
            <ac:cxnSpMk id="14" creationId="{D1A03B82-36D8-86B0-C35E-1075FBB76694}"/>
          </ac:cxnSpMkLst>
        </pc:cxnChg>
        <pc:cxnChg chg="del mod">
          <ac:chgData name="Cui Andy" userId="e5dcc3e03b2de5ba" providerId="LiveId" clId="{C3DDD810-7AEB-40DB-89B5-4E614B968FBB}" dt="2022-05-10T11:51:06.622" v="733" actId="478"/>
          <ac:cxnSpMkLst>
            <pc:docMk/>
            <pc:sldMk cId="18547050" sldId="267"/>
            <ac:cxnSpMk id="16" creationId="{C86CADD8-D031-6803-7728-13C86B7ECED8}"/>
          </ac:cxnSpMkLst>
        </pc:cxnChg>
        <pc:cxnChg chg="mod">
          <ac:chgData name="Cui Andy" userId="e5dcc3e03b2de5ba" providerId="LiveId" clId="{C3DDD810-7AEB-40DB-89B5-4E614B968FBB}" dt="2022-05-10T11:51:06.622" v="733" actId="478"/>
          <ac:cxnSpMkLst>
            <pc:docMk/>
            <pc:sldMk cId="18547050" sldId="267"/>
            <ac:cxnSpMk id="23" creationId="{D240B6A9-99DF-DA28-018A-AC45CB28343F}"/>
          </ac:cxnSpMkLst>
        </pc:cxnChg>
        <pc:cxnChg chg="add mod">
          <ac:chgData name="Cui Andy" userId="e5dcc3e03b2de5ba" providerId="LiveId" clId="{C3DDD810-7AEB-40DB-89B5-4E614B968FBB}" dt="2022-05-10T11:51:13.288" v="735" actId="1076"/>
          <ac:cxnSpMkLst>
            <pc:docMk/>
            <pc:sldMk cId="18547050" sldId="267"/>
            <ac:cxnSpMk id="30" creationId="{DAE5EABF-E127-8037-C709-82EC7CC400A9}"/>
          </ac:cxnSpMkLst>
        </pc:cxnChg>
        <pc:cxnChg chg="add mod">
          <ac:chgData name="Cui Andy" userId="e5dcc3e03b2de5ba" providerId="LiveId" clId="{C3DDD810-7AEB-40DB-89B5-4E614B968FBB}" dt="2022-05-10T11:51:13.288" v="735" actId="1076"/>
          <ac:cxnSpMkLst>
            <pc:docMk/>
            <pc:sldMk cId="18547050" sldId="267"/>
            <ac:cxnSpMk id="31" creationId="{5F652AB8-2593-7679-07D3-C5D43E02F01B}"/>
          </ac:cxnSpMkLst>
        </pc:cxnChg>
        <pc:cxnChg chg="add mod">
          <ac:chgData name="Cui Andy" userId="e5dcc3e03b2de5ba" providerId="LiveId" clId="{C3DDD810-7AEB-40DB-89B5-4E614B968FBB}" dt="2022-05-10T11:51:13.288" v="735" actId="1076"/>
          <ac:cxnSpMkLst>
            <pc:docMk/>
            <pc:sldMk cId="18547050" sldId="267"/>
            <ac:cxnSpMk id="33" creationId="{0CA5C2E9-0E50-FCC5-8412-D8866C7E03E8}"/>
          </ac:cxnSpMkLst>
        </pc:cxnChg>
        <pc:cxnChg chg="add mod">
          <ac:chgData name="Cui Andy" userId="e5dcc3e03b2de5ba" providerId="LiveId" clId="{C3DDD810-7AEB-40DB-89B5-4E614B968FBB}" dt="2022-05-10T11:51:13.288" v="735" actId="1076"/>
          <ac:cxnSpMkLst>
            <pc:docMk/>
            <pc:sldMk cId="18547050" sldId="267"/>
            <ac:cxnSpMk id="35" creationId="{AAEA029D-DE5E-5D49-74E5-B8ABE5878FF2}"/>
          </ac:cxnSpMkLst>
        </pc:cxnChg>
        <pc:cxnChg chg="add mod">
          <ac:chgData name="Cui Andy" userId="e5dcc3e03b2de5ba" providerId="LiveId" clId="{C3DDD810-7AEB-40DB-89B5-4E614B968FBB}" dt="2022-05-10T11:51:13.288" v="735" actId="1076"/>
          <ac:cxnSpMkLst>
            <pc:docMk/>
            <pc:sldMk cId="18547050" sldId="267"/>
            <ac:cxnSpMk id="37" creationId="{0E402249-0345-5959-0BA0-4DBC78173297}"/>
          </ac:cxnSpMkLst>
        </pc:cxnChg>
      </pc:sldChg>
      <pc:sldChg chg="addSp delSp modSp mod">
        <pc:chgData name="Cui Andy" userId="e5dcc3e03b2de5ba" providerId="LiveId" clId="{C3DDD810-7AEB-40DB-89B5-4E614B968FBB}" dt="2022-05-10T11:52:39.719" v="756" actId="14100"/>
        <pc:sldMkLst>
          <pc:docMk/>
          <pc:sldMk cId="1416911990" sldId="268"/>
        </pc:sldMkLst>
        <pc:spChg chg="del">
          <ac:chgData name="Cui Andy" userId="e5dcc3e03b2de5ba" providerId="LiveId" clId="{C3DDD810-7AEB-40DB-89B5-4E614B968FBB}" dt="2022-05-10T11:51:22.190" v="736" actId="478"/>
          <ac:spMkLst>
            <pc:docMk/>
            <pc:sldMk cId="1416911990" sldId="268"/>
            <ac:spMk id="6" creationId="{92B504CE-4D7F-3AE2-9B01-ADA3472CD871}"/>
          </ac:spMkLst>
        </pc:spChg>
        <pc:spChg chg="del">
          <ac:chgData name="Cui Andy" userId="e5dcc3e03b2de5ba" providerId="LiveId" clId="{C3DDD810-7AEB-40DB-89B5-4E614B968FBB}" dt="2022-05-10T11:51:22.190" v="736" actId="478"/>
          <ac:spMkLst>
            <pc:docMk/>
            <pc:sldMk cId="1416911990" sldId="268"/>
            <ac:spMk id="7" creationId="{01367720-40FC-3A0B-1EA6-57DE7E25E829}"/>
          </ac:spMkLst>
        </pc:spChg>
        <pc:spChg chg="del">
          <ac:chgData name="Cui Andy" userId="e5dcc3e03b2de5ba" providerId="LiveId" clId="{C3DDD810-7AEB-40DB-89B5-4E614B968FBB}" dt="2022-05-10T11:51:22.190" v="736" actId="478"/>
          <ac:spMkLst>
            <pc:docMk/>
            <pc:sldMk cId="1416911990" sldId="268"/>
            <ac:spMk id="8" creationId="{718DE9F7-EDD5-432D-8369-6522EE5740FB}"/>
          </ac:spMkLst>
        </pc:spChg>
        <pc:spChg chg="del">
          <ac:chgData name="Cui Andy" userId="e5dcc3e03b2de5ba" providerId="LiveId" clId="{C3DDD810-7AEB-40DB-89B5-4E614B968FBB}" dt="2022-05-10T11:51:22.190" v="736" actId="478"/>
          <ac:spMkLst>
            <pc:docMk/>
            <pc:sldMk cId="1416911990" sldId="268"/>
            <ac:spMk id="11" creationId="{22DB0DD7-4B03-5EB9-57FC-5B781EE6150A}"/>
          </ac:spMkLst>
        </pc:spChg>
        <pc:spChg chg="del">
          <ac:chgData name="Cui Andy" userId="e5dcc3e03b2de5ba" providerId="LiveId" clId="{C3DDD810-7AEB-40DB-89B5-4E614B968FBB}" dt="2022-05-10T11:51:22.190" v="736" actId="478"/>
          <ac:spMkLst>
            <pc:docMk/>
            <pc:sldMk cId="1416911990" sldId="268"/>
            <ac:spMk id="13" creationId="{26129D49-EB14-CDE3-DB8D-B8342D9DB3F3}"/>
          </ac:spMkLst>
        </pc:spChg>
        <pc:spChg chg="del">
          <ac:chgData name="Cui Andy" userId="e5dcc3e03b2de5ba" providerId="LiveId" clId="{C3DDD810-7AEB-40DB-89B5-4E614B968FBB}" dt="2022-05-10T11:51:22.190" v="736" actId="478"/>
          <ac:spMkLst>
            <pc:docMk/>
            <pc:sldMk cId="1416911990" sldId="268"/>
            <ac:spMk id="15" creationId="{6CA44745-A4F4-DA71-CAD1-B65488B719BF}"/>
          </ac:spMkLst>
        </pc:spChg>
        <pc:spChg chg="mod">
          <ac:chgData name="Cui Andy" userId="e5dcc3e03b2de5ba" providerId="LiveId" clId="{C3DDD810-7AEB-40DB-89B5-4E614B968FBB}" dt="2022-05-10T11:52:27.973" v="751" actId="20577"/>
          <ac:spMkLst>
            <pc:docMk/>
            <pc:sldMk cId="1416911990" sldId="268"/>
            <ac:spMk id="26" creationId="{3DEDD422-21F1-ECC4-CC0E-BF1D0DECEB49}"/>
          </ac:spMkLst>
        </pc:spChg>
        <pc:spChg chg="add mod">
          <ac:chgData name="Cui Andy" userId="e5dcc3e03b2de5ba" providerId="LiveId" clId="{C3DDD810-7AEB-40DB-89B5-4E614B968FBB}" dt="2022-05-10T11:51:28.846" v="738" actId="1076"/>
          <ac:spMkLst>
            <pc:docMk/>
            <pc:sldMk cId="1416911990" sldId="268"/>
            <ac:spMk id="27" creationId="{CEF32185-42E5-1C7C-8C27-E2E304C62F3F}"/>
          </ac:spMkLst>
        </pc:spChg>
        <pc:spChg chg="add mod">
          <ac:chgData name="Cui Andy" userId="e5dcc3e03b2de5ba" providerId="LiveId" clId="{C3DDD810-7AEB-40DB-89B5-4E614B968FBB}" dt="2022-05-10T11:51:28.846" v="738" actId="1076"/>
          <ac:spMkLst>
            <pc:docMk/>
            <pc:sldMk cId="1416911990" sldId="268"/>
            <ac:spMk id="28" creationId="{B0BDFC68-C54E-15DD-97FF-6FB7A5DF954E}"/>
          </ac:spMkLst>
        </pc:spChg>
        <pc:spChg chg="add mod">
          <ac:chgData name="Cui Andy" userId="e5dcc3e03b2de5ba" providerId="LiveId" clId="{C3DDD810-7AEB-40DB-89B5-4E614B968FBB}" dt="2022-05-10T11:51:28.846" v="738" actId="1076"/>
          <ac:spMkLst>
            <pc:docMk/>
            <pc:sldMk cId="1416911990" sldId="268"/>
            <ac:spMk id="29" creationId="{2C3F7F6A-F626-72EA-C95E-F55BCFFC979B}"/>
          </ac:spMkLst>
        </pc:spChg>
        <pc:spChg chg="add mod">
          <ac:chgData name="Cui Andy" userId="e5dcc3e03b2de5ba" providerId="LiveId" clId="{C3DDD810-7AEB-40DB-89B5-4E614B968FBB}" dt="2022-05-10T11:51:28.846" v="738" actId="1076"/>
          <ac:spMkLst>
            <pc:docMk/>
            <pc:sldMk cId="1416911990" sldId="268"/>
            <ac:spMk id="32" creationId="{2CBECAD1-6C07-1AC8-4B27-DFA7AC0ECCBF}"/>
          </ac:spMkLst>
        </pc:spChg>
        <pc:spChg chg="add mod">
          <ac:chgData name="Cui Andy" userId="e5dcc3e03b2de5ba" providerId="LiveId" clId="{C3DDD810-7AEB-40DB-89B5-4E614B968FBB}" dt="2022-05-10T11:51:28.846" v="738" actId="1076"/>
          <ac:spMkLst>
            <pc:docMk/>
            <pc:sldMk cId="1416911990" sldId="268"/>
            <ac:spMk id="34" creationId="{BB33655B-C075-AE68-FBFD-53608BCAA3D2}"/>
          </ac:spMkLst>
        </pc:spChg>
        <pc:spChg chg="add mod">
          <ac:chgData name="Cui Andy" userId="e5dcc3e03b2de5ba" providerId="LiveId" clId="{C3DDD810-7AEB-40DB-89B5-4E614B968FBB}" dt="2022-05-10T11:51:28.846" v="738" actId="1076"/>
          <ac:spMkLst>
            <pc:docMk/>
            <pc:sldMk cId="1416911990" sldId="268"/>
            <ac:spMk id="36" creationId="{5E6402EE-C458-5361-33B2-8E5C92F75FF5}"/>
          </ac:spMkLst>
        </pc:spChg>
        <pc:spChg chg="add mod">
          <ac:chgData name="Cui Andy" userId="e5dcc3e03b2de5ba" providerId="LiveId" clId="{C3DDD810-7AEB-40DB-89B5-4E614B968FBB}" dt="2022-05-10T11:52:35.111" v="755" actId="20577"/>
          <ac:spMkLst>
            <pc:docMk/>
            <pc:sldMk cId="1416911990" sldId="268"/>
            <ac:spMk id="38" creationId="{CAAD4C9E-550A-5E98-D08E-DD17F2B6F3D6}"/>
          </ac:spMkLst>
        </pc:spChg>
        <pc:cxnChg chg="del mod">
          <ac:chgData name="Cui Andy" userId="e5dcc3e03b2de5ba" providerId="LiveId" clId="{C3DDD810-7AEB-40DB-89B5-4E614B968FBB}" dt="2022-05-10T11:51:22.190" v="736" actId="478"/>
          <ac:cxnSpMkLst>
            <pc:docMk/>
            <pc:sldMk cId="1416911990" sldId="268"/>
            <ac:cxnSpMk id="9" creationId="{8EF2D620-A4F3-2705-C8F9-96B3A0237EEC}"/>
          </ac:cxnSpMkLst>
        </pc:cxnChg>
        <pc:cxnChg chg="del mod">
          <ac:chgData name="Cui Andy" userId="e5dcc3e03b2de5ba" providerId="LiveId" clId="{C3DDD810-7AEB-40DB-89B5-4E614B968FBB}" dt="2022-05-10T11:51:22.190" v="736" actId="478"/>
          <ac:cxnSpMkLst>
            <pc:docMk/>
            <pc:sldMk cId="1416911990" sldId="268"/>
            <ac:cxnSpMk id="10" creationId="{49346CB5-31D7-28FC-3B38-E2C66A651B00}"/>
          </ac:cxnSpMkLst>
        </pc:cxnChg>
        <pc:cxnChg chg="del mod">
          <ac:chgData name="Cui Andy" userId="e5dcc3e03b2de5ba" providerId="LiveId" clId="{C3DDD810-7AEB-40DB-89B5-4E614B968FBB}" dt="2022-05-10T11:51:22.190" v="736" actId="478"/>
          <ac:cxnSpMkLst>
            <pc:docMk/>
            <pc:sldMk cId="1416911990" sldId="268"/>
            <ac:cxnSpMk id="12" creationId="{969D713A-6077-9E0A-0672-36C329422B33}"/>
          </ac:cxnSpMkLst>
        </pc:cxnChg>
        <pc:cxnChg chg="del mod">
          <ac:chgData name="Cui Andy" userId="e5dcc3e03b2de5ba" providerId="LiveId" clId="{C3DDD810-7AEB-40DB-89B5-4E614B968FBB}" dt="2022-05-10T11:51:22.190" v="736" actId="478"/>
          <ac:cxnSpMkLst>
            <pc:docMk/>
            <pc:sldMk cId="1416911990" sldId="268"/>
            <ac:cxnSpMk id="14" creationId="{D1A03B82-36D8-86B0-C35E-1075FBB76694}"/>
          </ac:cxnSpMkLst>
        </pc:cxnChg>
        <pc:cxnChg chg="del mod">
          <ac:chgData name="Cui Andy" userId="e5dcc3e03b2de5ba" providerId="LiveId" clId="{C3DDD810-7AEB-40DB-89B5-4E614B968FBB}" dt="2022-05-10T11:51:22.190" v="736" actId="478"/>
          <ac:cxnSpMkLst>
            <pc:docMk/>
            <pc:sldMk cId="1416911990" sldId="268"/>
            <ac:cxnSpMk id="16" creationId="{C86CADD8-D031-6803-7728-13C86B7ECED8}"/>
          </ac:cxnSpMkLst>
        </pc:cxnChg>
        <pc:cxnChg chg="mod">
          <ac:chgData name="Cui Andy" userId="e5dcc3e03b2de5ba" providerId="LiveId" clId="{C3DDD810-7AEB-40DB-89B5-4E614B968FBB}" dt="2022-05-10T11:52:39.719" v="756" actId="14100"/>
          <ac:cxnSpMkLst>
            <pc:docMk/>
            <pc:sldMk cId="1416911990" sldId="268"/>
            <ac:cxnSpMk id="23" creationId="{D240B6A9-99DF-DA28-018A-AC45CB28343F}"/>
          </ac:cxnSpMkLst>
        </pc:cxnChg>
        <pc:cxnChg chg="add mod">
          <ac:chgData name="Cui Andy" userId="e5dcc3e03b2de5ba" providerId="LiveId" clId="{C3DDD810-7AEB-40DB-89B5-4E614B968FBB}" dt="2022-05-10T11:51:28.846" v="738" actId="1076"/>
          <ac:cxnSpMkLst>
            <pc:docMk/>
            <pc:sldMk cId="1416911990" sldId="268"/>
            <ac:cxnSpMk id="30" creationId="{E2F47F56-5B16-EEEF-EE8C-F7FF83B27376}"/>
          </ac:cxnSpMkLst>
        </pc:cxnChg>
        <pc:cxnChg chg="add mod">
          <ac:chgData name="Cui Andy" userId="e5dcc3e03b2de5ba" providerId="LiveId" clId="{C3DDD810-7AEB-40DB-89B5-4E614B968FBB}" dt="2022-05-10T11:51:28.846" v="738" actId="1076"/>
          <ac:cxnSpMkLst>
            <pc:docMk/>
            <pc:sldMk cId="1416911990" sldId="268"/>
            <ac:cxnSpMk id="31" creationId="{6FA738DB-2E83-34E2-11BB-6D87F3A8AF25}"/>
          </ac:cxnSpMkLst>
        </pc:cxnChg>
        <pc:cxnChg chg="add mod">
          <ac:chgData name="Cui Andy" userId="e5dcc3e03b2de5ba" providerId="LiveId" clId="{C3DDD810-7AEB-40DB-89B5-4E614B968FBB}" dt="2022-05-10T11:51:28.846" v="738" actId="1076"/>
          <ac:cxnSpMkLst>
            <pc:docMk/>
            <pc:sldMk cId="1416911990" sldId="268"/>
            <ac:cxnSpMk id="33" creationId="{56E58C55-9D0C-9C58-A6CE-8CCE627C182C}"/>
          </ac:cxnSpMkLst>
        </pc:cxnChg>
        <pc:cxnChg chg="add mod">
          <ac:chgData name="Cui Andy" userId="e5dcc3e03b2de5ba" providerId="LiveId" clId="{C3DDD810-7AEB-40DB-89B5-4E614B968FBB}" dt="2022-05-10T11:51:28.846" v="738" actId="1076"/>
          <ac:cxnSpMkLst>
            <pc:docMk/>
            <pc:sldMk cId="1416911990" sldId="268"/>
            <ac:cxnSpMk id="35" creationId="{B46F9538-9CA0-A29E-86DF-C057F75DC393}"/>
          </ac:cxnSpMkLst>
        </pc:cxnChg>
        <pc:cxnChg chg="add mod">
          <ac:chgData name="Cui Andy" userId="e5dcc3e03b2de5ba" providerId="LiveId" clId="{C3DDD810-7AEB-40DB-89B5-4E614B968FBB}" dt="2022-05-10T11:51:28.846" v="738" actId="1076"/>
          <ac:cxnSpMkLst>
            <pc:docMk/>
            <pc:sldMk cId="1416911990" sldId="268"/>
            <ac:cxnSpMk id="37" creationId="{AB9C6148-BBEC-1628-AAF3-46D67226D0A5}"/>
          </ac:cxnSpMkLst>
        </pc:cxnChg>
      </pc:sldChg>
      <pc:sldChg chg="addSp delSp modSp mod">
        <pc:chgData name="Cui Andy" userId="e5dcc3e03b2de5ba" providerId="LiveId" clId="{C3DDD810-7AEB-40DB-89B5-4E614B968FBB}" dt="2022-05-10T11:53:22.531" v="770" actId="20577"/>
        <pc:sldMkLst>
          <pc:docMk/>
          <pc:sldMk cId="59911291" sldId="269"/>
        </pc:sldMkLst>
        <pc:spChg chg="mod">
          <ac:chgData name="Cui Andy" userId="e5dcc3e03b2de5ba" providerId="LiveId" clId="{C3DDD810-7AEB-40DB-89B5-4E614B968FBB}" dt="2022-05-10T11:53:09.544" v="764" actId="1076"/>
          <ac:spMkLst>
            <pc:docMk/>
            <pc:sldMk cId="59911291" sldId="269"/>
            <ac:spMk id="19" creationId="{DCCB9499-C55C-BD63-67DF-8ECAE225E165}"/>
          </ac:spMkLst>
        </pc:spChg>
        <pc:spChg chg="mod">
          <ac:chgData name="Cui Andy" userId="e5dcc3e03b2de5ba" providerId="LiveId" clId="{C3DDD810-7AEB-40DB-89B5-4E614B968FBB}" dt="2022-05-10T11:51:49.642" v="743" actId="20577"/>
          <ac:spMkLst>
            <pc:docMk/>
            <pc:sldMk cId="59911291" sldId="269"/>
            <ac:spMk id="22" creationId="{792DA298-F6D1-1431-FC5A-D8FC3BCF8F4D}"/>
          </ac:spMkLst>
        </pc:spChg>
        <pc:spChg chg="add mod">
          <ac:chgData name="Cui Andy" userId="e5dcc3e03b2de5ba" providerId="LiveId" clId="{C3DDD810-7AEB-40DB-89B5-4E614B968FBB}" dt="2022-05-10T11:53:03.073" v="762" actId="20577"/>
          <ac:spMkLst>
            <pc:docMk/>
            <pc:sldMk cId="59911291" sldId="269"/>
            <ac:spMk id="24" creationId="{F01CBF99-1C0E-AD29-B927-3D64886D7906}"/>
          </ac:spMkLst>
        </pc:spChg>
        <pc:spChg chg="del">
          <ac:chgData name="Cui Andy" userId="e5dcc3e03b2de5ba" providerId="LiveId" clId="{C3DDD810-7AEB-40DB-89B5-4E614B968FBB}" dt="2022-05-10T11:53:07.809" v="763" actId="478"/>
          <ac:spMkLst>
            <pc:docMk/>
            <pc:sldMk cId="59911291" sldId="269"/>
            <ac:spMk id="25" creationId="{90E7A0CD-903C-2A1A-615A-C6526ABDBF9C}"/>
          </ac:spMkLst>
        </pc:spChg>
        <pc:spChg chg="mod">
          <ac:chgData name="Cui Andy" userId="e5dcc3e03b2de5ba" providerId="LiveId" clId="{C3DDD810-7AEB-40DB-89B5-4E614B968FBB}" dt="2022-05-10T11:52:56.368" v="758" actId="20577"/>
          <ac:spMkLst>
            <pc:docMk/>
            <pc:sldMk cId="59911291" sldId="269"/>
            <ac:spMk id="26" creationId="{3DEDD422-21F1-ECC4-CC0E-BF1D0DECEB49}"/>
          </ac:spMkLst>
        </pc:spChg>
        <pc:spChg chg="add mod">
          <ac:chgData name="Cui Andy" userId="e5dcc3e03b2de5ba" providerId="LiveId" clId="{C3DDD810-7AEB-40DB-89B5-4E614B968FBB}" dt="2022-05-10T11:53:22.531" v="770" actId="20577"/>
          <ac:spMkLst>
            <pc:docMk/>
            <pc:sldMk cId="59911291" sldId="269"/>
            <ac:spMk id="38" creationId="{D002CE7F-A873-126B-B15B-2DC2AF16AB8E}"/>
          </ac:spMkLst>
        </pc:spChg>
        <pc:cxnChg chg="mod">
          <ac:chgData name="Cui Andy" userId="e5dcc3e03b2de5ba" providerId="LiveId" clId="{C3DDD810-7AEB-40DB-89B5-4E614B968FBB}" dt="2022-05-10T11:53:16.498" v="766" actId="14100"/>
          <ac:cxnSpMkLst>
            <pc:docMk/>
            <pc:sldMk cId="59911291" sldId="269"/>
            <ac:cxnSpMk id="23" creationId="{D240B6A9-99DF-DA28-018A-AC45CB28343F}"/>
          </ac:cxnSpMkLst>
        </pc:cxnChg>
      </pc:sldChg>
      <pc:sldChg chg="addSp delSp modSp new mod">
        <pc:chgData name="Cui Andy" userId="e5dcc3e03b2de5ba" providerId="LiveId" clId="{C3DDD810-7AEB-40DB-89B5-4E614B968FBB}" dt="2022-05-10T12:14:01.231" v="1247" actId="1076"/>
        <pc:sldMkLst>
          <pc:docMk/>
          <pc:sldMk cId="60370796" sldId="270"/>
        </pc:sldMkLst>
        <pc:spChg chg="mod">
          <ac:chgData name="Cui Andy" userId="e5dcc3e03b2de5ba" providerId="LiveId" clId="{C3DDD810-7AEB-40DB-89B5-4E614B968FBB}" dt="2022-05-10T11:58:50.319" v="949" actId="20577"/>
          <ac:spMkLst>
            <pc:docMk/>
            <pc:sldMk cId="60370796" sldId="270"/>
            <ac:spMk id="2" creationId="{1E4E4F3E-1602-B917-714D-E70DD444BFBE}"/>
          </ac:spMkLst>
        </pc:spChg>
        <pc:spChg chg="del mod">
          <ac:chgData name="Cui Andy" userId="e5dcc3e03b2de5ba" providerId="LiveId" clId="{C3DDD810-7AEB-40DB-89B5-4E614B968FBB}" dt="2022-05-10T11:57:05.058" v="841" actId="478"/>
          <ac:spMkLst>
            <pc:docMk/>
            <pc:sldMk cId="60370796" sldId="270"/>
            <ac:spMk id="3" creationId="{76BB20D4-0FCC-437B-F9F5-7B6BD3056D19}"/>
          </ac:spMkLst>
        </pc:spChg>
        <pc:spChg chg="add del mod">
          <ac:chgData name="Cui Andy" userId="e5dcc3e03b2de5ba" providerId="LiveId" clId="{C3DDD810-7AEB-40DB-89B5-4E614B968FBB}" dt="2022-05-10T11:57:11.415" v="843" actId="478"/>
          <ac:spMkLst>
            <pc:docMk/>
            <pc:sldMk cId="60370796" sldId="270"/>
            <ac:spMk id="5" creationId="{5A2DA866-603D-7915-4AEF-B2FC3C6141FF}"/>
          </ac:spMkLst>
        </pc:spChg>
        <pc:spChg chg="add mod">
          <ac:chgData name="Cui Andy" userId="e5dcc3e03b2de5ba" providerId="LiveId" clId="{C3DDD810-7AEB-40DB-89B5-4E614B968FBB}" dt="2022-05-10T11:58:41.821" v="936" actId="1076"/>
          <ac:spMkLst>
            <pc:docMk/>
            <pc:sldMk cId="60370796" sldId="270"/>
            <ac:spMk id="7" creationId="{77D180C0-DBE3-4C76-CD97-A6518CEA6D6F}"/>
          </ac:spMkLst>
        </pc:spChg>
        <pc:picChg chg="add del mod">
          <ac:chgData name="Cui Andy" userId="e5dcc3e03b2de5ba" providerId="LiveId" clId="{C3DDD810-7AEB-40DB-89B5-4E614B968FBB}" dt="2022-05-10T12:04:05.971" v="1152" actId="478"/>
          <ac:picMkLst>
            <pc:docMk/>
            <pc:sldMk cId="60370796" sldId="270"/>
            <ac:picMk id="6" creationId="{9E686072-9067-E35A-25F6-6CC998AC3BF6}"/>
          </ac:picMkLst>
        </pc:picChg>
        <pc:picChg chg="add del mod">
          <ac:chgData name="Cui Andy" userId="e5dcc3e03b2de5ba" providerId="LiveId" clId="{C3DDD810-7AEB-40DB-89B5-4E614B968FBB}" dt="2022-05-10T12:13:48.256" v="1245" actId="478"/>
          <ac:picMkLst>
            <pc:docMk/>
            <pc:sldMk cId="60370796" sldId="270"/>
            <ac:picMk id="9" creationId="{0D39BA8C-A465-538C-20C1-4806C5D8FD84}"/>
          </ac:picMkLst>
        </pc:picChg>
        <pc:picChg chg="add mod">
          <ac:chgData name="Cui Andy" userId="e5dcc3e03b2de5ba" providerId="LiveId" clId="{C3DDD810-7AEB-40DB-89B5-4E614B968FBB}" dt="2022-05-10T12:14:01.231" v="1247" actId="1076"/>
          <ac:picMkLst>
            <pc:docMk/>
            <pc:sldMk cId="60370796" sldId="270"/>
            <ac:picMk id="11" creationId="{4D759238-D249-40A8-EBC1-F20C9F46476C}"/>
          </ac:picMkLst>
        </pc:picChg>
      </pc:sldChg>
      <pc:sldChg chg="addSp delSp modSp new mod">
        <pc:chgData name="Cui Andy" userId="e5dcc3e03b2de5ba" providerId="LiveId" clId="{C3DDD810-7AEB-40DB-89B5-4E614B968FBB}" dt="2022-05-10T12:03:52.355" v="1151" actId="1076"/>
        <pc:sldMkLst>
          <pc:docMk/>
          <pc:sldMk cId="204786095" sldId="271"/>
        </pc:sldMkLst>
        <pc:spChg chg="mod">
          <ac:chgData name="Cui Andy" userId="e5dcc3e03b2de5ba" providerId="LiveId" clId="{C3DDD810-7AEB-40DB-89B5-4E614B968FBB}" dt="2022-05-10T11:59:13.119" v="964" actId="20577"/>
          <ac:spMkLst>
            <pc:docMk/>
            <pc:sldMk cId="204786095" sldId="271"/>
            <ac:spMk id="2" creationId="{CE6211F2-7B9C-F2EA-41C9-F52D75910458}"/>
          </ac:spMkLst>
        </pc:spChg>
        <pc:spChg chg="add del mod">
          <ac:chgData name="Cui Andy" userId="e5dcc3e03b2de5ba" providerId="LiveId" clId="{C3DDD810-7AEB-40DB-89B5-4E614B968FBB}" dt="2022-05-10T11:56:30.846" v="837" actId="478"/>
          <ac:spMkLst>
            <pc:docMk/>
            <pc:sldMk cId="204786095" sldId="271"/>
            <ac:spMk id="3" creationId="{C0C2D353-1567-0E43-0CFB-8A3BE3628B14}"/>
          </ac:spMkLst>
        </pc:spChg>
        <pc:spChg chg="add mod">
          <ac:chgData name="Cui Andy" userId="e5dcc3e03b2de5ba" providerId="LiveId" clId="{C3DDD810-7AEB-40DB-89B5-4E614B968FBB}" dt="2022-05-10T12:00:03.964" v="1039" actId="20577"/>
          <ac:spMkLst>
            <pc:docMk/>
            <pc:sldMk cId="204786095" sldId="271"/>
            <ac:spMk id="8" creationId="{56827C80-E170-AFB0-2218-18385E34CECE}"/>
          </ac:spMkLst>
        </pc:spChg>
        <pc:picChg chg="add del mod">
          <ac:chgData name="Cui Andy" userId="e5dcc3e03b2de5ba" providerId="LiveId" clId="{C3DDD810-7AEB-40DB-89B5-4E614B968FBB}" dt="2022-05-10T11:57:08.813" v="842" actId="21"/>
          <ac:picMkLst>
            <pc:docMk/>
            <pc:sldMk cId="204786095" sldId="271"/>
            <ac:picMk id="5" creationId="{EF0505B4-5D06-A741-D451-9B96FEE5D05B}"/>
          </ac:picMkLst>
        </pc:picChg>
        <pc:picChg chg="add del mod">
          <ac:chgData name="Cui Andy" userId="e5dcc3e03b2de5ba" providerId="LiveId" clId="{C3DDD810-7AEB-40DB-89B5-4E614B968FBB}" dt="2022-05-10T12:03:37.478" v="1149" actId="478"/>
          <ac:picMkLst>
            <pc:docMk/>
            <pc:sldMk cId="204786095" sldId="271"/>
            <ac:picMk id="7" creationId="{5283EAE8-C412-28E8-D04A-F7E7A7519FB9}"/>
          </ac:picMkLst>
        </pc:picChg>
        <pc:picChg chg="add mod">
          <ac:chgData name="Cui Andy" userId="e5dcc3e03b2de5ba" providerId="LiveId" clId="{C3DDD810-7AEB-40DB-89B5-4E614B968FBB}" dt="2022-05-10T12:03:52.355" v="1151" actId="1076"/>
          <ac:picMkLst>
            <pc:docMk/>
            <pc:sldMk cId="204786095" sldId="271"/>
            <ac:picMk id="10" creationId="{EF7B87AF-14E1-6D53-00F8-05D7BD2635C7}"/>
          </ac:picMkLst>
        </pc:picChg>
      </pc:sldChg>
      <pc:sldChg chg="addSp delSp modSp new mod">
        <pc:chgData name="Cui Andy" userId="e5dcc3e03b2de5ba" providerId="LiveId" clId="{C3DDD810-7AEB-40DB-89B5-4E614B968FBB}" dt="2022-05-10T12:03:33.777" v="1148" actId="1076"/>
        <pc:sldMkLst>
          <pc:docMk/>
          <pc:sldMk cId="613889183" sldId="272"/>
        </pc:sldMkLst>
        <pc:spChg chg="mod">
          <ac:chgData name="Cui Andy" userId="e5dcc3e03b2de5ba" providerId="LiveId" clId="{C3DDD810-7AEB-40DB-89B5-4E614B968FBB}" dt="2022-05-10T12:00:35.277" v="1047" actId="20577"/>
          <ac:spMkLst>
            <pc:docMk/>
            <pc:sldMk cId="613889183" sldId="272"/>
            <ac:spMk id="2" creationId="{8B094DC7-FAEB-E739-061F-5AEE687B3915}"/>
          </ac:spMkLst>
        </pc:spChg>
        <pc:spChg chg="del">
          <ac:chgData name="Cui Andy" userId="e5dcc3e03b2de5ba" providerId="LiveId" clId="{C3DDD810-7AEB-40DB-89B5-4E614B968FBB}" dt="2022-05-10T12:00:37.925" v="1048" actId="478"/>
          <ac:spMkLst>
            <pc:docMk/>
            <pc:sldMk cId="613889183" sldId="272"/>
            <ac:spMk id="3" creationId="{2BA1F9F3-96D2-10D6-C84D-0FF633928018}"/>
          </ac:spMkLst>
        </pc:spChg>
        <pc:spChg chg="add mod">
          <ac:chgData name="Cui Andy" userId="e5dcc3e03b2de5ba" providerId="LiveId" clId="{C3DDD810-7AEB-40DB-89B5-4E614B968FBB}" dt="2022-05-10T12:02:27.883" v="1144" actId="1076"/>
          <ac:spMkLst>
            <pc:docMk/>
            <pc:sldMk cId="613889183" sldId="272"/>
            <ac:spMk id="6" creationId="{C1F6D5D5-E00B-BD0A-4165-F02758545959}"/>
          </ac:spMkLst>
        </pc:spChg>
        <pc:picChg chg="add del mod">
          <ac:chgData name="Cui Andy" userId="e5dcc3e03b2de5ba" providerId="LiveId" clId="{C3DDD810-7AEB-40DB-89B5-4E614B968FBB}" dt="2022-05-10T12:03:16.145" v="1145" actId="478"/>
          <ac:picMkLst>
            <pc:docMk/>
            <pc:sldMk cId="613889183" sldId="272"/>
            <ac:picMk id="5" creationId="{AF951695-03DB-2688-DFC8-08B5ADA8A184}"/>
          </ac:picMkLst>
        </pc:picChg>
        <pc:picChg chg="add mod">
          <ac:chgData name="Cui Andy" userId="e5dcc3e03b2de5ba" providerId="LiveId" clId="{C3DDD810-7AEB-40DB-89B5-4E614B968FBB}" dt="2022-05-10T12:03:33.777" v="1148" actId="1076"/>
          <ac:picMkLst>
            <pc:docMk/>
            <pc:sldMk cId="613889183" sldId="272"/>
            <ac:picMk id="8" creationId="{56B88846-8A67-5E5F-C2AD-3821D35EF9B6}"/>
          </ac:picMkLst>
        </pc:picChg>
      </pc:sldChg>
      <pc:sldChg chg="addSp delSp modSp new mod delAnim modAnim">
        <pc:chgData name="Cui Andy" userId="e5dcc3e03b2de5ba" providerId="LiveId" clId="{C3DDD810-7AEB-40DB-89B5-4E614B968FBB}" dt="2022-05-10T13:19:36.353" v="1390" actId="1076"/>
        <pc:sldMkLst>
          <pc:docMk/>
          <pc:sldMk cId="1427802989" sldId="273"/>
        </pc:sldMkLst>
        <pc:spChg chg="mod">
          <ac:chgData name="Cui Andy" userId="e5dcc3e03b2de5ba" providerId="LiveId" clId="{C3DDD810-7AEB-40DB-89B5-4E614B968FBB}" dt="2022-05-10T12:04:33.954" v="1196" actId="20577"/>
          <ac:spMkLst>
            <pc:docMk/>
            <pc:sldMk cId="1427802989" sldId="273"/>
            <ac:spMk id="2" creationId="{1C6E83A4-937A-90F4-66A8-2CD0FF5E4299}"/>
          </ac:spMkLst>
        </pc:spChg>
        <pc:spChg chg="del">
          <ac:chgData name="Cui Andy" userId="e5dcc3e03b2de5ba" providerId="LiveId" clId="{C3DDD810-7AEB-40DB-89B5-4E614B968FBB}" dt="2022-05-10T12:04:36.653" v="1197" actId="478"/>
          <ac:spMkLst>
            <pc:docMk/>
            <pc:sldMk cId="1427802989" sldId="273"/>
            <ac:spMk id="3" creationId="{40590026-6C0F-CE03-2175-2925740F4C64}"/>
          </ac:spMkLst>
        </pc:spChg>
        <pc:spChg chg="add mod">
          <ac:chgData name="Cui Andy" userId="e5dcc3e03b2de5ba" providerId="LiveId" clId="{C3DDD810-7AEB-40DB-89B5-4E614B968FBB}" dt="2022-05-10T13:19:36.353" v="1390" actId="1076"/>
          <ac:spMkLst>
            <pc:docMk/>
            <pc:sldMk cId="1427802989" sldId="273"/>
            <ac:spMk id="3" creationId="{F67855CE-9F69-4E81-71FF-54E8000F6B2F}"/>
          </ac:spMkLst>
        </pc:spChg>
        <pc:spChg chg="add mod">
          <ac:chgData name="Cui Andy" userId="e5dcc3e03b2de5ba" providerId="LiveId" clId="{C3DDD810-7AEB-40DB-89B5-4E614B968FBB}" dt="2022-05-10T12:09:34.651" v="1203" actId="20577"/>
          <ac:spMkLst>
            <pc:docMk/>
            <pc:sldMk cId="1427802989" sldId="273"/>
            <ac:spMk id="6" creationId="{0C12F152-828C-8034-C575-01319ECD5BA1}"/>
          </ac:spMkLst>
        </pc:spChg>
        <pc:spChg chg="add mod">
          <ac:chgData name="Cui Andy" userId="e5dcc3e03b2de5ba" providerId="LiveId" clId="{C3DDD810-7AEB-40DB-89B5-4E614B968FBB}" dt="2022-05-10T12:09:52.931" v="1209" actId="20577"/>
          <ac:spMkLst>
            <pc:docMk/>
            <pc:sldMk cId="1427802989" sldId="273"/>
            <ac:spMk id="7" creationId="{D69AD903-A73E-2C1F-358D-3CC97B9455FD}"/>
          </ac:spMkLst>
        </pc:spChg>
        <pc:spChg chg="add mod">
          <ac:chgData name="Cui Andy" userId="e5dcc3e03b2de5ba" providerId="LiveId" clId="{C3DDD810-7AEB-40DB-89B5-4E614B968FBB}" dt="2022-05-10T12:09:56.254" v="1211" actId="20577"/>
          <ac:spMkLst>
            <pc:docMk/>
            <pc:sldMk cId="1427802989" sldId="273"/>
            <ac:spMk id="8" creationId="{55A193E7-69A9-14D4-469E-81936D9CB9BE}"/>
          </ac:spMkLst>
        </pc:spChg>
        <pc:spChg chg="add mod">
          <ac:chgData name="Cui Andy" userId="e5dcc3e03b2de5ba" providerId="LiveId" clId="{C3DDD810-7AEB-40DB-89B5-4E614B968FBB}" dt="2022-05-10T12:10:16.352" v="1219" actId="20577"/>
          <ac:spMkLst>
            <pc:docMk/>
            <pc:sldMk cId="1427802989" sldId="273"/>
            <ac:spMk id="9" creationId="{E9953BD7-23D0-A259-EF1A-D71A21731CCA}"/>
          </ac:spMkLst>
        </pc:spChg>
        <pc:spChg chg="add mod">
          <ac:chgData name="Cui Andy" userId="e5dcc3e03b2de5ba" providerId="LiveId" clId="{C3DDD810-7AEB-40DB-89B5-4E614B968FBB}" dt="2022-05-10T12:10:18.786" v="1221" actId="20577"/>
          <ac:spMkLst>
            <pc:docMk/>
            <pc:sldMk cId="1427802989" sldId="273"/>
            <ac:spMk id="10" creationId="{E07CE9C7-B291-0E0E-6639-0291E57697D7}"/>
          </ac:spMkLst>
        </pc:spChg>
        <pc:spChg chg="add mod">
          <ac:chgData name="Cui Andy" userId="e5dcc3e03b2de5ba" providerId="LiveId" clId="{C3DDD810-7AEB-40DB-89B5-4E614B968FBB}" dt="2022-05-10T12:10:21.491" v="1223" actId="20577"/>
          <ac:spMkLst>
            <pc:docMk/>
            <pc:sldMk cId="1427802989" sldId="273"/>
            <ac:spMk id="11" creationId="{A6AF7240-4DE0-19A2-E235-5FCE7AEF64A4}"/>
          </ac:spMkLst>
        </pc:spChg>
        <pc:picChg chg="add mod">
          <ac:chgData name="Cui Andy" userId="e5dcc3e03b2de5ba" providerId="LiveId" clId="{C3DDD810-7AEB-40DB-89B5-4E614B968FBB}" dt="2022-05-10T12:06:03.078" v="1200" actId="1076"/>
          <ac:picMkLst>
            <pc:docMk/>
            <pc:sldMk cId="1427802989" sldId="273"/>
            <ac:picMk id="5" creationId="{FE8CC5A5-1BCB-4482-859E-58D5DFEC674F}"/>
          </ac:picMkLst>
        </pc:picChg>
        <pc:cxnChg chg="add mod">
          <ac:chgData name="Cui Andy" userId="e5dcc3e03b2de5ba" providerId="LiveId" clId="{C3DDD810-7AEB-40DB-89B5-4E614B968FBB}" dt="2022-05-10T12:10:41.797" v="1225" actId="13822"/>
          <ac:cxnSpMkLst>
            <pc:docMk/>
            <pc:sldMk cId="1427802989" sldId="273"/>
            <ac:cxnSpMk id="13" creationId="{0C13CD2F-C626-07D9-2451-E6703C0C0CBF}"/>
          </ac:cxnSpMkLst>
        </pc:cxnChg>
        <pc:cxnChg chg="add mod">
          <ac:chgData name="Cui Andy" userId="e5dcc3e03b2de5ba" providerId="LiveId" clId="{C3DDD810-7AEB-40DB-89B5-4E614B968FBB}" dt="2022-05-10T12:11:34.233" v="1231" actId="13822"/>
          <ac:cxnSpMkLst>
            <pc:docMk/>
            <pc:sldMk cId="1427802989" sldId="273"/>
            <ac:cxnSpMk id="15" creationId="{FAB1ECDD-6495-D099-6405-DFD0BC3EFDAE}"/>
          </ac:cxnSpMkLst>
        </pc:cxnChg>
        <pc:cxnChg chg="add mod">
          <ac:chgData name="Cui Andy" userId="e5dcc3e03b2de5ba" providerId="LiveId" clId="{C3DDD810-7AEB-40DB-89B5-4E614B968FBB}" dt="2022-05-10T12:11:50.068" v="1234" actId="13822"/>
          <ac:cxnSpMkLst>
            <pc:docMk/>
            <pc:sldMk cId="1427802989" sldId="273"/>
            <ac:cxnSpMk id="17" creationId="{657DAEE2-B394-BB3F-1A8C-29D556C866E5}"/>
          </ac:cxnSpMkLst>
        </pc:cxnChg>
        <pc:cxnChg chg="add del mod">
          <ac:chgData name="Cui Andy" userId="e5dcc3e03b2de5ba" providerId="LiveId" clId="{C3DDD810-7AEB-40DB-89B5-4E614B968FBB}" dt="2022-05-10T12:12:12.223" v="1238" actId="478"/>
          <ac:cxnSpMkLst>
            <pc:docMk/>
            <pc:sldMk cId="1427802989" sldId="273"/>
            <ac:cxnSpMk id="19" creationId="{B7303D6D-DB02-58F7-9940-A371A50A04E4}"/>
          </ac:cxnSpMkLst>
        </pc:cxnChg>
        <pc:cxnChg chg="add mod">
          <ac:chgData name="Cui Andy" userId="e5dcc3e03b2de5ba" providerId="LiveId" clId="{C3DDD810-7AEB-40DB-89B5-4E614B968FBB}" dt="2022-05-10T12:12:20.190" v="1240" actId="13822"/>
          <ac:cxnSpMkLst>
            <pc:docMk/>
            <pc:sldMk cId="1427802989" sldId="273"/>
            <ac:cxnSpMk id="21" creationId="{9B9038CF-2484-F545-3668-48CB375BF8AB}"/>
          </ac:cxnSpMkLst>
        </pc:cxnChg>
        <pc:cxnChg chg="add mod">
          <ac:chgData name="Cui Andy" userId="e5dcc3e03b2de5ba" providerId="LiveId" clId="{C3DDD810-7AEB-40DB-89B5-4E614B968FBB}" dt="2022-05-10T12:12:35.385" v="1243" actId="13822"/>
          <ac:cxnSpMkLst>
            <pc:docMk/>
            <pc:sldMk cId="1427802989" sldId="273"/>
            <ac:cxnSpMk id="23" creationId="{5C1F45EC-A26F-D677-1A91-8DB1BB84B984}"/>
          </ac:cxnSpMkLst>
        </pc:cxnChg>
      </pc:sldChg>
      <pc:sldChg chg="addSp delSp modSp new mod">
        <pc:chgData name="Cui Andy" userId="e5dcc3e03b2de5ba" providerId="LiveId" clId="{C3DDD810-7AEB-40DB-89B5-4E614B968FBB}" dt="2022-05-10T13:20:12.434" v="1421" actId="1076"/>
        <pc:sldMkLst>
          <pc:docMk/>
          <pc:sldMk cId="1848225701" sldId="274"/>
        </pc:sldMkLst>
        <pc:spChg chg="del">
          <ac:chgData name="Cui Andy" userId="e5dcc3e03b2de5ba" providerId="LiveId" clId="{C3DDD810-7AEB-40DB-89B5-4E614B968FBB}" dt="2022-05-10T13:19:42.203" v="1392" actId="478"/>
          <ac:spMkLst>
            <pc:docMk/>
            <pc:sldMk cId="1848225701" sldId="274"/>
            <ac:spMk id="2" creationId="{D9CE315C-1593-8A90-B222-F49DEC6DDAC3}"/>
          </ac:spMkLst>
        </pc:spChg>
        <pc:spChg chg="del mod">
          <ac:chgData name="Cui Andy" userId="e5dcc3e03b2de5ba" providerId="LiveId" clId="{C3DDD810-7AEB-40DB-89B5-4E614B968FBB}" dt="2022-05-10T13:19:59.586" v="1416" actId="478"/>
          <ac:spMkLst>
            <pc:docMk/>
            <pc:sldMk cId="1848225701" sldId="274"/>
            <ac:spMk id="3" creationId="{9C5A1360-34AD-CCF6-3053-A9DDC3BD495F}"/>
          </ac:spMkLst>
        </pc:spChg>
        <pc:spChg chg="add mod">
          <ac:chgData name="Cui Andy" userId="e5dcc3e03b2de5ba" providerId="LiveId" clId="{C3DDD810-7AEB-40DB-89B5-4E614B968FBB}" dt="2022-05-10T13:20:12.434" v="1421" actId="1076"/>
          <ac:spMkLst>
            <pc:docMk/>
            <pc:sldMk cId="1848225701" sldId="274"/>
            <ac:spMk id="4" creationId="{16DAD603-9DE4-0C29-8456-AEFC062C64F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11:20:20.944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11:20:21.263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11:20:23.301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1796,'9'-2,"1"0,-1 0,1-1,-1 0,0-1,0 0,0-1,-1 0,0 0,13-10,25-14,239-115,-269 135,1-2,-2 0,1 0,-2-2,1 0,-2 0,15-20,-19 23,0 1,0 0,1 0,0 0,0 2,1-1,0 1,21-9,41-29,-60 35,1 2,0 0,17-8,11-4,-6 2,0 3,2 0,59-13,47-17,-117 35,0 2,0 0,1 2,38-3,54-14,69-24,-1-1,-162 42,-1-1,0-1,0-1,35-19,3-1,-41 19,41-27,-46 26,0 1,1 0,30-11,-35 16,-1-1,0 0,0-1,-1 0,12-10,-12 9,0 0,1 1,0 0,0 1,13-5,14-5,-1-1,58-36,-64 35,92-45,-105 52,0 1,26-10,34-17,-62 27,1 1,25-8,-28 11,0 1,-1-2,0 0,26-18,-22 13,0 1,1 1,0 0,1 1,23-6,-16 5,0-1,25-14,93-44,-127 58,0-1,21-17,24-17,-49 37,-2-1,23-21,7-6,-30 29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11:20:25.748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1,'19'0,"1"0,-1 0,0 2,0 0,-1 2,1 0,20 7,17 12,99 54,48 48,-181-109,-2 1,38 39,-43-40,0-1,1 0,0-1,1-1,27 16,49 34,-3-11,-57-31,69 32,-9-11,-62-26,0-2,65 20,-75-27,1 0,-2 2,22 12,-22-11,1 0,0-1,26 7,-14-5,-1 1,0 2,-1 2,41 26,-55-32,37 22,16 10,96 42,-131-67,48 30,13 7,51 25,117 97,-85-47,-52-21,-100-83,-24-21,1 0,0 0,0 0,0 0,1-1,7 5,0 0,-1 0,0 1,0 0,0 1,-2 0,1 0,8 13,20 21,43 41,-15-36,-49-38,0 1,-1 0,0 1,23 27,-32-33,0 0,0 0,1-1,10 7,-11-8,0 0,0 0,-1 1,0 0,0 0,8 11,-8-10,1 1,-1-1,1 0,15 11,-15-12,1 0,-1 1,0 0,11 15,17 14,-25-26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5-10T11:22:50.72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1 125,'500'0,"-466"-2,53-9,24-1,-66 11,-3 1,0-2,48-9,-28 3,1 3,0 3,63 5,-3 0,-51-2,-15 0,0-2,103-15,36-12,-123 21,23-5,-50 5,-1 2,1 2,84 6,-26 0,846-3,-928 1,0 1,28 7,-27-4,-1-2,28 1,1232-5,-1260 3,0 0,29 6,-29-3,1-2,26 2,24-6,-23 0,-1 2,89 13,-75-1,0-4,119 3,958-13,-1118 0,0-1,28-7,-27 5,0 0,26 0,46 5,-75-1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6E22-FECC-A0F3-B864-A1998207B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3D806-0FE8-FD46-A29F-9EDAC5546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7DBDB-DAC9-CCB5-D758-9AD70CCB9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DC1D7-BC5E-9637-1331-3E29EAF46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13121-FC77-0936-E8E6-5283206F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487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C0F3-29C8-9577-0377-405E0308D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1DDA-A063-F4AA-FF2C-CE30A70A1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D7E7A-6EF7-C069-365C-7EA0FFC2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2AE71-EA19-2A44-54AD-3AC061A3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1267A-4A91-DB1E-99C2-17D16530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25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13036-8BBD-34C2-BCF7-EF7475B5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64410-DD27-7F7E-63FD-40EB0751A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47F95-332E-CFA3-73F5-442CC60C7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4FC4-F48B-D91E-BBD5-0AD2D2508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7CEED-F5A0-1ED1-20FA-C6C23C791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21E2-03B7-3735-D085-2C3256B80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D1886-D5FC-9EB3-94F8-4279F9353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ACAF2-6724-456E-82B2-F0480FC07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4B621-057A-B7AB-D905-C1576B61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9D4E8-A9BE-A070-4751-386A0BC4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CED80-7A7A-0269-4F65-0834FB99D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04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FAEF-B3E7-9874-ACC1-74B849D7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1C24F-209E-C06D-99D2-9E0D7D8EA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3AB6B-5CFC-C99F-8640-62B9DB87E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57B24-E204-FA99-3AEC-8128F8B1F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DF250-FA96-F149-275B-FA0E73D9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E18BF2-DBFD-CD87-98F3-B46A5924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61842-BAAA-6D3F-7D1C-09610A66F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3052F-F230-FEEA-DCD4-377F53DB0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04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8D7E-52AF-8F52-5199-50ED1AEA2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C2A53-44BB-92BF-F384-78803BE7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116DF-CDB4-F26C-6B76-8E0EE4C7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DA868-179C-B005-4693-994779178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72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EA899-6C3E-2A26-9FB8-133F1CC54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7AC8E-25AD-09E1-97A0-E2111EB8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85AA0-5E65-0B76-BAF1-62EDB8A7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02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E951-A0D0-017C-125D-57E62FC0D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D0F5-B11F-584B-10FE-7DB65CAF5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C5A49-2179-BF13-E6DF-FD7353F378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4B086-9802-3CEC-70D8-0B70070BE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C81F2-165C-E69D-349A-F62A36CA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30391-3183-9A08-A287-7CDC4AA5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8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B290-9419-B253-A159-1B856787B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1BB3C0-006C-E349-7244-7EFDC8CB2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A14EE-6786-B8D6-9D2F-576D60FA1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F5C6D-0AB7-8B34-B4EF-902E8527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A8902-FEA8-AA40-04ED-164573AF4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85BB3-2C3D-DB7D-0057-677A79B2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2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8040-9825-DA82-4E9B-6F9F23C8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3DC9-E2F1-3414-F1B2-F8A6CC2D8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BBB18-06F8-7574-FB67-19B3D140C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21931-0936-5035-1E04-994A9E221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D79E3-2EA1-D240-D3C9-B6A9B734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7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5847D-8005-9A7B-341F-1E028028C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64026-38A9-AA85-B177-0A2FCDB106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008D2-891A-7BAC-C191-5E5C42EE2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FFA7-157C-9866-1A88-32B29F14E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11E99-07B5-8FE8-6B65-92D10763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0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D55A1F-C54C-EB1A-4F55-571412EE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ECC1C-3418-E904-4AD5-888EE1ACF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202AC-116F-4F7B-EC93-2422DB5DD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FBEA2-EDFF-4F55-9766-C84A834C1FFF}" type="datetimeFigureOut">
              <a:rPr lang="en-US" smtClean="0"/>
              <a:t>5/10/2022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6B16F0-DC96-9823-5AB8-098E4A2E3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FFCD-2E5B-3756-AAD2-B6D825803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F4F5F-77FA-4BAC-B3C6-9DCD612E4C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59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294908-8B00-4F58-BBBA-20F71A40A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64C879-1404-4203-8E9D-CC5DE0A62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2782" y="-1386168"/>
            <a:ext cx="2424873" cy="3611191"/>
          </a:xfrm>
          <a:custGeom>
            <a:avLst/>
            <a:gdLst>
              <a:gd name="connsiteX0" fmla="*/ 0 w 2424873"/>
              <a:gd name="connsiteY0" fmla="*/ 2424874 h 3611191"/>
              <a:gd name="connsiteX1" fmla="*/ 2424873 w 2424873"/>
              <a:gd name="connsiteY1" fmla="*/ 0 h 3611191"/>
              <a:gd name="connsiteX2" fmla="*/ 2424873 w 2424873"/>
              <a:gd name="connsiteY2" fmla="*/ 3611191 h 3611191"/>
              <a:gd name="connsiteX3" fmla="*/ 1186317 w 2424873"/>
              <a:gd name="connsiteY3" fmla="*/ 3611191 h 3611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24873" h="3611191">
                <a:moveTo>
                  <a:pt x="0" y="2424874"/>
                </a:moveTo>
                <a:lnTo>
                  <a:pt x="2424873" y="0"/>
                </a:lnTo>
                <a:lnTo>
                  <a:pt x="2424873" y="3611191"/>
                </a:lnTo>
                <a:lnTo>
                  <a:pt x="1186317" y="361119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617302-4B0D-4351-A6BB-6F0930D9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571000" y="-338582"/>
            <a:ext cx="1635955" cy="1635955"/>
          </a:xfrm>
          <a:custGeom>
            <a:avLst/>
            <a:gdLst>
              <a:gd name="connsiteX0" fmla="*/ 0 w 1635955"/>
              <a:gd name="connsiteY0" fmla="*/ 957987 h 1635955"/>
              <a:gd name="connsiteX1" fmla="*/ 957987 w 1635955"/>
              <a:gd name="connsiteY1" fmla="*/ 0 h 1635955"/>
              <a:gd name="connsiteX2" fmla="*/ 1635955 w 1635955"/>
              <a:gd name="connsiteY2" fmla="*/ 0 h 1635955"/>
              <a:gd name="connsiteX3" fmla="*/ 1635955 w 1635955"/>
              <a:gd name="connsiteY3" fmla="*/ 1635955 h 1635955"/>
              <a:gd name="connsiteX4" fmla="*/ 0 w 1635955"/>
              <a:gd name="connsiteY4" fmla="*/ 1635955 h 163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35955" h="1635955">
                <a:moveTo>
                  <a:pt x="0" y="957987"/>
                </a:moveTo>
                <a:lnTo>
                  <a:pt x="957987" y="0"/>
                </a:lnTo>
                <a:lnTo>
                  <a:pt x="1635955" y="0"/>
                </a:lnTo>
                <a:lnTo>
                  <a:pt x="1635955" y="1635955"/>
                </a:lnTo>
                <a:lnTo>
                  <a:pt x="0" y="1635955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A2C7802-C2E0-4218-8F89-8DD7CCD2C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7985" y="-6588"/>
            <a:ext cx="4059393" cy="2548110"/>
          </a:xfrm>
          <a:custGeom>
            <a:avLst/>
            <a:gdLst>
              <a:gd name="connsiteX0" fmla="*/ 0 w 4059393"/>
              <a:gd name="connsiteY0" fmla="*/ 1511282 h 2548110"/>
              <a:gd name="connsiteX1" fmla="*/ 1511282 w 4059393"/>
              <a:gd name="connsiteY1" fmla="*/ 0 h 2548110"/>
              <a:gd name="connsiteX2" fmla="*/ 4059393 w 4059393"/>
              <a:gd name="connsiteY2" fmla="*/ 2548110 h 2548110"/>
              <a:gd name="connsiteX3" fmla="*/ 0 w 4059393"/>
              <a:gd name="connsiteY3" fmla="*/ 2548110 h 254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59393" h="2548110">
                <a:moveTo>
                  <a:pt x="0" y="1511282"/>
                </a:moveTo>
                <a:lnTo>
                  <a:pt x="1511282" y="0"/>
                </a:lnTo>
                <a:lnTo>
                  <a:pt x="4059393" y="2548110"/>
                </a:lnTo>
                <a:lnTo>
                  <a:pt x="0" y="254811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D7111A-21E5-4EE9-8A78-10E5530F0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0262924" y="1465780"/>
            <a:ext cx="1185708" cy="118570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969E80-A77B-49FC-9122-D89AFD5EE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29557" y="5198743"/>
            <a:ext cx="2444907" cy="2366116"/>
          </a:xfrm>
          <a:custGeom>
            <a:avLst/>
            <a:gdLst>
              <a:gd name="connsiteX0" fmla="*/ 0 w 2203753"/>
              <a:gd name="connsiteY0" fmla="*/ 0 h 2132734"/>
              <a:gd name="connsiteX1" fmla="*/ 2203753 w 2203753"/>
              <a:gd name="connsiteY1" fmla="*/ 0 h 2132734"/>
              <a:gd name="connsiteX2" fmla="*/ 2203753 w 2203753"/>
              <a:gd name="connsiteY2" fmla="*/ 576461 h 2132734"/>
              <a:gd name="connsiteX3" fmla="*/ 647480 w 2203753"/>
              <a:gd name="connsiteY3" fmla="*/ 2132734 h 2132734"/>
              <a:gd name="connsiteX4" fmla="*/ 0 w 2203753"/>
              <a:gd name="connsiteY4" fmla="*/ 1485255 h 2132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03753" h="2132734">
                <a:moveTo>
                  <a:pt x="0" y="0"/>
                </a:moveTo>
                <a:lnTo>
                  <a:pt x="2203753" y="0"/>
                </a:lnTo>
                <a:lnTo>
                  <a:pt x="2203753" y="576461"/>
                </a:lnTo>
                <a:lnTo>
                  <a:pt x="647480" y="2132734"/>
                </a:lnTo>
                <a:lnTo>
                  <a:pt x="0" y="1485255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49CA57-76BD-4CF2-80BA-D7A46A01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769787" y="5439893"/>
            <a:ext cx="928467" cy="92846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5E9085E-E730-4768-83D4-6CB7E9897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401311" y="734311"/>
            <a:ext cx="5389379" cy="5389379"/>
          </a:xfrm>
          <a:custGeom>
            <a:avLst/>
            <a:gdLst>
              <a:gd name="connsiteX0" fmla="*/ 0 w 5389379"/>
              <a:gd name="connsiteY0" fmla="*/ 540040 h 5389379"/>
              <a:gd name="connsiteX1" fmla="*/ 540040 w 5389379"/>
              <a:gd name="connsiteY1" fmla="*/ 0 h 5389379"/>
              <a:gd name="connsiteX2" fmla="*/ 5389379 w 5389379"/>
              <a:gd name="connsiteY2" fmla="*/ 0 h 5389379"/>
              <a:gd name="connsiteX3" fmla="*/ 5389379 w 5389379"/>
              <a:gd name="connsiteY3" fmla="*/ 4838655 h 5389379"/>
              <a:gd name="connsiteX4" fmla="*/ 4838655 w 5389379"/>
              <a:gd name="connsiteY4" fmla="*/ 5389379 h 5389379"/>
              <a:gd name="connsiteX5" fmla="*/ 0 w 5389379"/>
              <a:gd name="connsiteY5" fmla="*/ 5389379 h 5389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89379" h="5389379">
                <a:moveTo>
                  <a:pt x="0" y="540040"/>
                </a:moveTo>
                <a:lnTo>
                  <a:pt x="540040" y="0"/>
                </a:lnTo>
                <a:lnTo>
                  <a:pt x="5389379" y="0"/>
                </a:lnTo>
                <a:lnTo>
                  <a:pt x="5389379" y="4838655"/>
                </a:lnTo>
                <a:lnTo>
                  <a:pt x="4838655" y="5389379"/>
                </a:lnTo>
                <a:lnTo>
                  <a:pt x="0" y="538937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73272FE-A474-4CAE-8CA2-BCC8B476C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00283" y="33283"/>
            <a:ext cx="6791435" cy="6791435"/>
          </a:xfrm>
          <a:custGeom>
            <a:avLst/>
            <a:gdLst>
              <a:gd name="connsiteX0" fmla="*/ 1860938 w 6791435"/>
              <a:gd name="connsiteY0" fmla="*/ 81158 h 6791435"/>
              <a:gd name="connsiteX1" fmla="*/ 1942096 w 6791435"/>
              <a:gd name="connsiteY1" fmla="*/ 0 h 6791435"/>
              <a:gd name="connsiteX2" fmla="*/ 6791435 w 6791435"/>
              <a:gd name="connsiteY2" fmla="*/ 0 h 6791435"/>
              <a:gd name="connsiteX3" fmla="*/ 6791435 w 6791435"/>
              <a:gd name="connsiteY3" fmla="*/ 4838655 h 6791435"/>
              <a:gd name="connsiteX4" fmla="*/ 6710277 w 6791435"/>
              <a:gd name="connsiteY4" fmla="*/ 4919813 h 6791435"/>
              <a:gd name="connsiteX5" fmla="*/ 6710277 w 6791435"/>
              <a:gd name="connsiteY5" fmla="*/ 81158 h 6791435"/>
              <a:gd name="connsiteX6" fmla="*/ 0 w 6791435"/>
              <a:gd name="connsiteY6" fmla="*/ 1942096 h 6791435"/>
              <a:gd name="connsiteX7" fmla="*/ 81158 w 6791435"/>
              <a:gd name="connsiteY7" fmla="*/ 1860938 h 6791435"/>
              <a:gd name="connsiteX8" fmla="*/ 81158 w 6791435"/>
              <a:gd name="connsiteY8" fmla="*/ 6710277 h 6791435"/>
              <a:gd name="connsiteX9" fmla="*/ 4919813 w 6791435"/>
              <a:gd name="connsiteY9" fmla="*/ 6710277 h 6791435"/>
              <a:gd name="connsiteX10" fmla="*/ 4838655 w 6791435"/>
              <a:gd name="connsiteY10" fmla="*/ 6791435 h 6791435"/>
              <a:gd name="connsiteX11" fmla="*/ 0 w 6791435"/>
              <a:gd name="connsiteY11" fmla="*/ 6791435 h 6791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91435" h="6791435">
                <a:moveTo>
                  <a:pt x="1860938" y="81158"/>
                </a:moveTo>
                <a:lnTo>
                  <a:pt x="1942096" y="0"/>
                </a:lnTo>
                <a:lnTo>
                  <a:pt x="6791435" y="0"/>
                </a:lnTo>
                <a:lnTo>
                  <a:pt x="6791435" y="4838655"/>
                </a:lnTo>
                <a:lnTo>
                  <a:pt x="6710277" y="4919813"/>
                </a:lnTo>
                <a:lnTo>
                  <a:pt x="6710277" y="81158"/>
                </a:lnTo>
                <a:close/>
                <a:moveTo>
                  <a:pt x="0" y="1942096"/>
                </a:moveTo>
                <a:lnTo>
                  <a:pt x="81158" y="1860938"/>
                </a:lnTo>
                <a:lnTo>
                  <a:pt x="81158" y="6710277"/>
                </a:lnTo>
                <a:lnTo>
                  <a:pt x="4919813" y="6710277"/>
                </a:lnTo>
                <a:lnTo>
                  <a:pt x="4838655" y="6791435"/>
                </a:lnTo>
                <a:lnTo>
                  <a:pt x="0" y="67914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798CA-C1A3-F251-3887-A830BA234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39633" y="4518923"/>
            <a:ext cx="3312734" cy="1141851"/>
          </a:xfrm>
          <a:noFill/>
        </p:spPr>
        <p:txBody>
          <a:bodyPr>
            <a:normAutofit/>
          </a:bodyPr>
          <a:lstStyle/>
          <a:p>
            <a:r>
              <a:rPr lang="en-US" sz="2000">
                <a:solidFill>
                  <a:srgbClr val="080808"/>
                </a:solidFill>
              </a:rPr>
              <a:t>By Andy Cui</a:t>
            </a:r>
          </a:p>
          <a:p>
            <a:endParaRPr lang="en-US" sz="2000">
              <a:solidFill>
                <a:srgbClr val="08080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32D46-CAAB-B130-626B-93C260258B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en-US" altLang="zh-CN" sz="3600">
                <a:solidFill>
                  <a:srgbClr val="080808"/>
                </a:solidFill>
              </a:rPr>
              <a:t>BFS Algorithm</a:t>
            </a:r>
            <a:endParaRPr lang="en-US" sz="3600">
              <a:solidFill>
                <a:srgbClr val="080808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07981EA-05A6-437C-88D7-B377B92B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629823" y="5457591"/>
            <a:ext cx="2231794" cy="2568811"/>
          </a:xfrm>
          <a:custGeom>
            <a:avLst/>
            <a:gdLst>
              <a:gd name="connsiteX0" fmla="*/ 0 w 2940086"/>
              <a:gd name="connsiteY0" fmla="*/ 0 h 3384061"/>
              <a:gd name="connsiteX1" fmla="*/ 2496112 w 2940086"/>
              <a:gd name="connsiteY1" fmla="*/ 0 h 3384061"/>
              <a:gd name="connsiteX2" fmla="*/ 2940086 w 2940086"/>
              <a:gd name="connsiteY2" fmla="*/ 443975 h 3384061"/>
              <a:gd name="connsiteX3" fmla="*/ 0 w 2940086"/>
              <a:gd name="connsiteY3" fmla="*/ 3384061 h 338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0086" h="3384061">
                <a:moveTo>
                  <a:pt x="0" y="0"/>
                </a:moveTo>
                <a:lnTo>
                  <a:pt x="2496112" y="0"/>
                </a:lnTo>
                <a:lnTo>
                  <a:pt x="2940086" y="443975"/>
                </a:lnTo>
                <a:lnTo>
                  <a:pt x="0" y="3384061"/>
                </a:lnTo>
                <a:close/>
              </a:path>
            </a:pathLst>
          </a:cu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E3C750-986E-4769-B1AE-49289FBE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9720059" y="5243545"/>
            <a:ext cx="959985" cy="959985"/>
          </a:xfrm>
          <a:prstGeom prst="rect">
            <a:avLst/>
          </a:prstGeom>
          <a:solidFill>
            <a:schemeClr val="accent4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9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A40F9-8DC0-86BD-95E5-85F10FC44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What is BFS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F8A7-09DC-CE50-F567-AD042B140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i="0" u="none" strike="noStrike" baseline="0">
                <a:latin typeface="CMR10"/>
              </a:rPr>
              <a:t>Graph connectivity is concerned with finding an efficient algorithm that answers the question: </a:t>
            </a:r>
            <a:r>
              <a:rPr lang="en-US" sz="2000" b="0" i="0" u="none" strike="noStrike" baseline="0">
                <a:latin typeface="CMBX10"/>
              </a:rPr>
              <a:t>Is there a path from </a:t>
            </a:r>
            <a:r>
              <a:rPr lang="en-US" sz="2000" b="0" i="0" u="none" strike="noStrike" baseline="0">
                <a:latin typeface="CMMI10"/>
              </a:rPr>
              <a:t>u </a:t>
            </a:r>
            <a:r>
              <a:rPr lang="en-US" sz="2000" b="0" i="0" u="none" strike="noStrike" baseline="0">
                <a:latin typeface="CMBX10"/>
              </a:rPr>
              <a:t>to </a:t>
            </a:r>
            <a:r>
              <a:rPr lang="en-US" sz="2000" b="0" i="0" u="none" strike="noStrike" baseline="0">
                <a:latin typeface="CMMI10"/>
              </a:rPr>
              <a:t>v </a:t>
            </a:r>
            <a:r>
              <a:rPr lang="en-US" sz="2000" b="0" i="0" u="none" strike="noStrike" baseline="0">
                <a:latin typeface="CMBX10"/>
              </a:rPr>
              <a:t>in </a:t>
            </a:r>
            <a:r>
              <a:rPr lang="en-US" sz="2000" b="0" i="0" u="none" strike="noStrike" baseline="0">
                <a:latin typeface="CMMI10"/>
              </a:rPr>
              <a:t>G</a:t>
            </a:r>
            <a:r>
              <a:rPr lang="en-US" sz="2000" b="0" i="0" u="none" strike="noStrike" baseline="0">
                <a:latin typeface="CMBX10"/>
              </a:rPr>
              <a:t>? </a:t>
            </a:r>
            <a:r>
              <a:rPr lang="en-US" sz="2000" b="0" i="0" u="none" strike="noStrike" baseline="0">
                <a:latin typeface="CMR10"/>
              </a:rPr>
              <a:t>BFS explores outward from vertex </a:t>
            </a:r>
            <a:r>
              <a:rPr lang="en-US" sz="2000" b="0" i="0" u="none" strike="noStrike" baseline="0">
                <a:latin typeface="CMMI10"/>
              </a:rPr>
              <a:t>u </a:t>
            </a:r>
            <a:r>
              <a:rPr lang="en-US" sz="2000" b="0" i="0" u="none" strike="noStrike" baseline="0">
                <a:latin typeface="CMR10"/>
              </a:rPr>
              <a:t>in all possible directions, adding vertices one \layer" at a time:</a:t>
            </a:r>
          </a:p>
          <a:p>
            <a:pPr marL="0" indent="0">
              <a:buNone/>
            </a:pPr>
            <a:endParaRPr lang="en-US" sz="2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8A5161-06F1-46CF-8AD7-844680A59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4601497"/>
            <a:ext cx="1014060" cy="2017580"/>
            <a:chOff x="0" y="4601497"/>
            <a:chExt cx="1014060" cy="2017580"/>
          </a:xfrm>
        </p:grpSpPr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D3F51FEB-38FB-4F6C-9F7B-2F2AFAB65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501760" y="5103257"/>
              <a:ext cx="2017580" cy="1014060"/>
            </a:xfrm>
            <a:prstGeom prst="triangle">
              <a:avLst>
                <a:gd name="adj" fmla="val 50000"/>
              </a:avLst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E547BA6-BAE0-43BB-A7CA-60F69CE25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427916" y="572870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3314289-98CE-2AF3-2185-E06C5B6C0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320" y="2416257"/>
            <a:ext cx="6253212" cy="309533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995D10D-E9C9-47DB-AE7E-801FEF38F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19290" y="1"/>
            <a:ext cx="972709" cy="1935307"/>
            <a:chOff x="10918968" y="713127"/>
            <a:chExt cx="1273032" cy="25328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1A72C6-3DE4-4EC3-9AD5-9E0D40D8C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052629" y="2120024"/>
              <a:ext cx="645368" cy="645368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0DA1F1-C391-4EDF-9FE0-23E86E137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89068" y="1343027"/>
              <a:ext cx="2532832" cy="1273032"/>
            </a:xfrm>
            <a:prstGeom prst="triangle">
              <a:avLst>
                <a:gd name="adj" fmla="val 5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22186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2C26-1806-E601-D1A9-BF16D9A47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a graph: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232035-6B6F-3E48-2007-EFF0E260EF68}"/>
              </a:ext>
            </a:extLst>
          </p:cNvPr>
          <p:cNvSpPr/>
          <p:nvPr/>
        </p:nvSpPr>
        <p:spPr>
          <a:xfrm>
            <a:off x="1711343" y="3429000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000DC2-AF87-DD97-BA7A-8D92AB727BC5}"/>
              </a:ext>
            </a:extLst>
          </p:cNvPr>
          <p:cNvSpPr/>
          <p:nvPr/>
        </p:nvSpPr>
        <p:spPr>
          <a:xfrm>
            <a:off x="3641268" y="2235865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BA56E7-1721-1E35-1FBF-F7A0AA8CB06F}"/>
              </a:ext>
            </a:extLst>
          </p:cNvPr>
          <p:cNvSpPr/>
          <p:nvPr/>
        </p:nvSpPr>
        <p:spPr>
          <a:xfrm>
            <a:off x="3641268" y="4568867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B8D4B9-E1A0-1476-17D8-D0F4C40CA9F9}"/>
              </a:ext>
            </a:extLst>
          </p:cNvPr>
          <p:cNvSpPr/>
          <p:nvPr/>
        </p:nvSpPr>
        <p:spPr>
          <a:xfrm>
            <a:off x="6974128" y="2235865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D1408E2-23C4-4836-60A9-81A9782DCAB8}"/>
              </a:ext>
            </a:extLst>
          </p:cNvPr>
          <p:cNvSpPr/>
          <p:nvPr/>
        </p:nvSpPr>
        <p:spPr>
          <a:xfrm>
            <a:off x="6974128" y="4568867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18FC8BD-B005-B322-5280-99F4A979932F}"/>
              </a:ext>
            </a:extLst>
          </p:cNvPr>
          <p:cNvSpPr/>
          <p:nvPr/>
        </p:nvSpPr>
        <p:spPr>
          <a:xfrm>
            <a:off x="9546412" y="3429000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D5CCD9-A00B-ADF8-CAC6-F2F51C749AFF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2309718" y="2808224"/>
            <a:ext cx="1434215" cy="718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31B2F7-8F5E-B63C-17FC-3C98BB60846C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4342308" y="2571145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FAA760A-A430-717D-970A-03704CA9DBAE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2309718" y="4001359"/>
            <a:ext cx="1331550" cy="902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A03D948-F952-E6D0-CD35-C0DEB1BDAA22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342308" y="4904147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E2EF90-E621-F3C5-BEF8-9D99A8B89082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7675168" y="2571145"/>
            <a:ext cx="1973909" cy="956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D8E6A48-6BEE-D228-F298-CE7F7291CD64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3991788" y="2906425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BD8827B-70A4-C1FE-A7B5-E694FCE914E0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4239643" y="2808224"/>
            <a:ext cx="2837150" cy="18588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711BCE-1F97-FCEB-3A3F-E4766983B381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7324648" y="2906425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26EF79-522B-4372-4A2B-E61857D7FF23}"/>
              </a:ext>
            </a:extLst>
          </p:cNvPr>
          <p:cNvSpPr txBox="1"/>
          <p:nvPr/>
        </p:nvSpPr>
        <p:spPr>
          <a:xfrm>
            <a:off x="1506511" y="5741233"/>
            <a:ext cx="8098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 -&gt; B	A -&gt; C	B -&gt; A	B -&gt; C	B -&gt; D	C -&gt; A	C -&gt; B	C -&gt; D	C -&gt; E</a:t>
            </a:r>
          </a:p>
          <a:p>
            <a:r>
              <a:rPr lang="en-US" altLang="zh-CN" dirty="0"/>
              <a:t>D -&gt; B	D -&gt; C	D -&gt; E	D -&gt; F	E -&gt; C	E -&gt; D</a:t>
            </a:r>
          </a:p>
        </p:txBody>
      </p:sp>
    </p:spTree>
    <p:extLst>
      <p:ext uri="{BB962C8B-B14F-4D97-AF65-F5344CB8AC3E}">
        <p14:creationId xmlns:p14="http://schemas.microsoft.com/office/powerpoint/2010/main" val="3898961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CFE6F6A3-0FFA-CB88-5302-FA91D0D05107}"/>
              </a:ext>
            </a:extLst>
          </p:cNvPr>
          <p:cNvSpPr/>
          <p:nvPr/>
        </p:nvSpPr>
        <p:spPr>
          <a:xfrm>
            <a:off x="1120762" y="2144852"/>
            <a:ext cx="1949031" cy="323885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13850F-14D2-44DD-27E2-11D65B6D5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DFS processing 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52E0F0C-29E7-EF19-7DE7-0857B13BEB15}"/>
              </a:ext>
            </a:extLst>
          </p:cNvPr>
          <p:cNvSpPr/>
          <p:nvPr/>
        </p:nvSpPr>
        <p:spPr>
          <a:xfrm>
            <a:off x="1711343" y="3429000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AA2AFC-5398-3B9B-31E2-79841F7BC02D}"/>
              </a:ext>
            </a:extLst>
          </p:cNvPr>
          <p:cNvSpPr/>
          <p:nvPr/>
        </p:nvSpPr>
        <p:spPr>
          <a:xfrm>
            <a:off x="3641268" y="2235865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3AE0DF1-784C-D89C-29EF-B8A16B061744}"/>
              </a:ext>
            </a:extLst>
          </p:cNvPr>
          <p:cNvSpPr/>
          <p:nvPr/>
        </p:nvSpPr>
        <p:spPr>
          <a:xfrm>
            <a:off x="3641268" y="4568867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86D270-671E-DE8C-151C-F42F5349A0D3}"/>
              </a:ext>
            </a:extLst>
          </p:cNvPr>
          <p:cNvSpPr/>
          <p:nvPr/>
        </p:nvSpPr>
        <p:spPr>
          <a:xfrm>
            <a:off x="6974128" y="2235865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B1CC58-DCE6-D0FA-39A4-684DFFF9C45F}"/>
              </a:ext>
            </a:extLst>
          </p:cNvPr>
          <p:cNvSpPr/>
          <p:nvPr/>
        </p:nvSpPr>
        <p:spPr>
          <a:xfrm>
            <a:off x="6974128" y="4568867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78221C-1037-E209-580F-373E3AB79A3E}"/>
              </a:ext>
            </a:extLst>
          </p:cNvPr>
          <p:cNvSpPr/>
          <p:nvPr/>
        </p:nvSpPr>
        <p:spPr>
          <a:xfrm>
            <a:off x="9546412" y="3429000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C8983D-6231-3430-F764-E1759AEAC2B5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2309718" y="2808224"/>
            <a:ext cx="1434215" cy="718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095932E-FA7D-2D68-EAF6-87296BBB52C2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4342308" y="2571145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F83E0C-CA73-BE0F-28EF-84FF0F7FE281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2309718" y="4001359"/>
            <a:ext cx="1331550" cy="902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3F1762D-BFB2-A841-74F1-51790AB08F82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4342308" y="4904147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49F909-76E2-31A1-6FBD-8214A43346A0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7675168" y="2571145"/>
            <a:ext cx="1973909" cy="956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A7BEC8-767D-67BF-BABE-652F40B98F74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3991788" y="2906425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A09998-E968-5196-AB45-48F3A2D31FBD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4239643" y="2808224"/>
            <a:ext cx="2837150" cy="18588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54BD65-AB65-CE12-07A6-FF5AFF96C240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7324648" y="2906425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8B6D800-7572-4437-D18F-29A91A126721}"/>
              </a:ext>
            </a:extLst>
          </p:cNvPr>
          <p:cNvSpPr/>
          <p:nvPr/>
        </p:nvSpPr>
        <p:spPr>
          <a:xfrm rot="3177909">
            <a:off x="405292" y="1795540"/>
            <a:ext cx="1930955" cy="1228722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Start from A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3111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B98F065B-47FC-B521-8CD2-FEF020BF1343}"/>
              </a:ext>
            </a:extLst>
          </p:cNvPr>
          <p:cNvSpPr/>
          <p:nvPr/>
        </p:nvSpPr>
        <p:spPr>
          <a:xfrm>
            <a:off x="1782320" y="4348763"/>
            <a:ext cx="1717705" cy="13139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AFF9AA-1E5F-BDAB-E296-CF1C405CE0B7}"/>
              </a:ext>
            </a:extLst>
          </p:cNvPr>
          <p:cNvSpPr/>
          <p:nvPr/>
        </p:nvSpPr>
        <p:spPr>
          <a:xfrm>
            <a:off x="1775314" y="2072911"/>
            <a:ext cx="1717705" cy="13139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0E126-038B-FA26-8CE3-6AD5271E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DFS processing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81903E-2141-0E64-F600-94B47AE765D1}"/>
              </a:ext>
            </a:extLst>
          </p:cNvPr>
          <p:cNvSpPr/>
          <p:nvPr/>
        </p:nvSpPr>
        <p:spPr>
          <a:xfrm>
            <a:off x="351022" y="3556336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E7ED0D-6DB9-D9EB-0F71-E24B8AE7A37C}"/>
              </a:ext>
            </a:extLst>
          </p:cNvPr>
          <p:cNvSpPr/>
          <p:nvPr/>
        </p:nvSpPr>
        <p:spPr>
          <a:xfrm>
            <a:off x="2280947" y="2363201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1DE5F1-5B1D-A9E9-14C5-B8412B3F746C}"/>
              </a:ext>
            </a:extLst>
          </p:cNvPr>
          <p:cNvSpPr/>
          <p:nvPr/>
        </p:nvSpPr>
        <p:spPr>
          <a:xfrm>
            <a:off x="2280947" y="4696203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0CA1E7-85CD-AF48-09A2-27969BD392F5}"/>
              </a:ext>
            </a:extLst>
          </p:cNvPr>
          <p:cNvSpPr/>
          <p:nvPr/>
        </p:nvSpPr>
        <p:spPr>
          <a:xfrm>
            <a:off x="5613807" y="2363201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832E7B-0E32-322D-CCD4-3B391C5E67C2}"/>
              </a:ext>
            </a:extLst>
          </p:cNvPr>
          <p:cNvSpPr/>
          <p:nvPr/>
        </p:nvSpPr>
        <p:spPr>
          <a:xfrm>
            <a:off x="5613807" y="4696203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39D375-EF56-79EF-9D45-A43402DEDBDB}"/>
              </a:ext>
            </a:extLst>
          </p:cNvPr>
          <p:cNvSpPr/>
          <p:nvPr/>
        </p:nvSpPr>
        <p:spPr>
          <a:xfrm>
            <a:off x="8186091" y="3556336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ABDE86-18EE-C966-A93F-2CCAED360131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949397" y="2935560"/>
            <a:ext cx="1434215" cy="718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9ED8D52-4D9D-9E53-AE6F-E485A4148769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981987" y="2698481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A69BDF-69DA-57F5-8BEE-23F1BD05D169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949397" y="4128695"/>
            <a:ext cx="1331550" cy="902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212BCE-85FF-F3AD-58A3-0EC19BF8703B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2981987" y="5031483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A2955F-1605-E238-3293-0DFFFC620C6B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6314847" y="2698481"/>
            <a:ext cx="1973909" cy="956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B54480-59BD-05F5-B808-70AD097A6E1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2631467" y="3033761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72B0A9A-E4D4-7207-BA39-FBDEA03454F9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2879322" y="2935560"/>
            <a:ext cx="2837150" cy="18588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2D2F14-CF4E-F16B-2826-A06C708F66F8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5964327" y="3033761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6CAF627-F76A-3EB2-8D92-13E8ED33116B}"/>
                  </a:ext>
                </a:extLst>
              </p14:cNvPr>
              <p14:cNvContentPartPr/>
              <p14:nvPr/>
            </p14:nvContentPartPr>
            <p14:xfrm>
              <a:off x="964112" y="3570955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6CAF627-F76A-3EB2-8D92-13E8ED3311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0112" y="346331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2CF7C0D-09AB-35B6-07EB-E4328A684FD8}"/>
                  </a:ext>
                </a:extLst>
              </p14:cNvPr>
              <p14:cNvContentPartPr/>
              <p14:nvPr/>
            </p14:nvContentPartPr>
            <p14:xfrm>
              <a:off x="964112" y="3570955"/>
              <a:ext cx="36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2CF7C0D-09AB-35B6-07EB-E4328A684F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0112" y="346331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225D0A3-C0D5-58D1-1E98-5BC71C88D850}"/>
                  </a:ext>
                </a:extLst>
              </p14:cNvPr>
              <p14:cNvContentPartPr/>
              <p14:nvPr/>
            </p14:nvContentPartPr>
            <p14:xfrm>
              <a:off x="981032" y="2984515"/>
              <a:ext cx="1361520" cy="646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225D0A3-C0D5-58D1-1E98-5BC71C88D8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7392" y="2876875"/>
                <a:ext cx="1469160" cy="86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3A5C533-F9A4-27AB-E26F-FBCF98756157}"/>
                  </a:ext>
                </a:extLst>
              </p14:cNvPr>
              <p14:cNvContentPartPr/>
              <p14:nvPr/>
            </p14:nvContentPartPr>
            <p14:xfrm>
              <a:off x="912632" y="4100515"/>
              <a:ext cx="1337760" cy="841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3A5C533-F9A4-27AB-E26F-FBCF9875615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58632" y="3992875"/>
                <a:ext cx="1445400" cy="105732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3CDC9281-5EDB-5E80-942E-C63DCCEDBB11}"/>
              </a:ext>
            </a:extLst>
          </p:cNvPr>
          <p:cNvSpPr txBox="1"/>
          <p:nvPr/>
        </p:nvSpPr>
        <p:spPr>
          <a:xfrm>
            <a:off x="4785645" y="6044979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-&gt; B -&gt; C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FBB2A7-95E4-D04F-5162-DE11834E5A6C}"/>
              </a:ext>
            </a:extLst>
          </p:cNvPr>
          <p:cNvSpPr/>
          <p:nvPr/>
        </p:nvSpPr>
        <p:spPr>
          <a:xfrm>
            <a:off x="10831355" y="760576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E4BC78E-C7AD-F6C1-96EF-9FBA1C37AB6A}"/>
              </a:ext>
            </a:extLst>
          </p:cNvPr>
          <p:cNvSpPr/>
          <p:nvPr/>
        </p:nvSpPr>
        <p:spPr>
          <a:xfrm>
            <a:off x="11207370" y="1477042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FD0F47D-FB53-6057-EFEB-6F623CE4BA7A}"/>
              </a:ext>
            </a:extLst>
          </p:cNvPr>
          <p:cNvSpPr/>
          <p:nvPr/>
        </p:nvSpPr>
        <p:spPr>
          <a:xfrm>
            <a:off x="10375639" y="1477042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157910B-10F0-78CC-5CE5-EE2CBB64D50D}"/>
              </a:ext>
            </a:extLst>
          </p:cNvPr>
          <p:cNvCxnSpPr>
            <a:stCxn id="44" idx="3"/>
            <a:endCxn id="46" idx="0"/>
          </p:cNvCxnSpPr>
          <p:nvPr/>
        </p:nvCxnSpPr>
        <p:spPr>
          <a:xfrm flipH="1">
            <a:off x="10563647" y="1081525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CB417E-8FC5-1F30-6ECA-9EBEC1339EBF}"/>
              </a:ext>
            </a:extLst>
          </p:cNvPr>
          <p:cNvCxnSpPr>
            <a:stCxn id="44" idx="5"/>
            <a:endCxn id="45" idx="0"/>
          </p:cNvCxnSpPr>
          <p:nvPr/>
        </p:nvCxnSpPr>
        <p:spPr>
          <a:xfrm>
            <a:off x="11152304" y="1081525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80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50D8AB9-7C64-B2C9-A1B8-42B23DEB69FA}"/>
              </a:ext>
            </a:extLst>
          </p:cNvPr>
          <p:cNvSpPr/>
          <p:nvPr/>
        </p:nvSpPr>
        <p:spPr>
          <a:xfrm>
            <a:off x="1897166" y="1845892"/>
            <a:ext cx="1434215" cy="148490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D0CCD-D940-7128-5773-EF6F5094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DFS processing 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3CBE02-349E-2DBC-D4B7-06D81372FF23}"/>
              </a:ext>
            </a:extLst>
          </p:cNvPr>
          <p:cNvSpPr/>
          <p:nvPr/>
        </p:nvSpPr>
        <p:spPr>
          <a:xfrm>
            <a:off x="361107" y="3429000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0625BA2-CF36-0354-7A26-4AFCA4E4BDD4}"/>
              </a:ext>
            </a:extLst>
          </p:cNvPr>
          <p:cNvSpPr/>
          <p:nvPr/>
        </p:nvSpPr>
        <p:spPr>
          <a:xfrm>
            <a:off x="2291032" y="2235865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356E05-E739-5CE2-BF42-95D831004934}"/>
              </a:ext>
            </a:extLst>
          </p:cNvPr>
          <p:cNvSpPr/>
          <p:nvPr/>
        </p:nvSpPr>
        <p:spPr>
          <a:xfrm>
            <a:off x="2291032" y="4568867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EE2AC4-17F5-2FAE-3A8C-F33A99FB377C}"/>
              </a:ext>
            </a:extLst>
          </p:cNvPr>
          <p:cNvSpPr/>
          <p:nvPr/>
        </p:nvSpPr>
        <p:spPr>
          <a:xfrm>
            <a:off x="5623892" y="2235865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C3180A0-040D-BCD3-79EC-ADB2EC97B42C}"/>
              </a:ext>
            </a:extLst>
          </p:cNvPr>
          <p:cNvSpPr/>
          <p:nvPr/>
        </p:nvSpPr>
        <p:spPr>
          <a:xfrm>
            <a:off x="5623892" y="4568867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D7926E1-7EAF-76EE-7D95-6FC8F66C3284}"/>
              </a:ext>
            </a:extLst>
          </p:cNvPr>
          <p:cNvSpPr/>
          <p:nvPr/>
        </p:nvSpPr>
        <p:spPr>
          <a:xfrm>
            <a:off x="8196176" y="3429000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1749C3-C593-F5B8-4155-330D3CADF1BA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959482" y="2808224"/>
            <a:ext cx="1434215" cy="718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D5D146-2975-B825-0E4F-B3D345AD60C9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992072" y="2571145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509FF7-BEEF-0A1E-97A8-8A57ADA42B8B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959482" y="4001359"/>
            <a:ext cx="1331550" cy="902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3E7316-85D9-00C7-9329-D7D7473E1413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2992072" y="4904147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DE94C4-1869-67EE-28BE-B4ABA531D755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6324932" y="2571145"/>
            <a:ext cx="1973909" cy="956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1A1F03-3512-3885-C8EB-0227E0F691B4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2641552" y="2906425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BEBD7D-6600-1A64-6A08-5BC6726E205D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2889407" y="2808224"/>
            <a:ext cx="2837150" cy="18588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F2DC1F2-3577-85AF-ED59-29C6FBF9A162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5974412" y="2906425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6CC7994-6B73-8012-FEC4-4A6274213DDD}"/>
                  </a:ext>
                </a:extLst>
              </p14:cNvPr>
              <p14:cNvContentPartPr/>
              <p14:nvPr/>
            </p14:nvContentPartPr>
            <p14:xfrm>
              <a:off x="3033397" y="2501859"/>
              <a:ext cx="2571840" cy="45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6CC7994-6B73-8012-FEC4-4A6274213D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79757" y="2393859"/>
                <a:ext cx="2679480" cy="26064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AD71C16-A33D-F9AD-C6B3-3ADF9495F362}"/>
              </a:ext>
            </a:extLst>
          </p:cNvPr>
          <p:cNvSpPr txBox="1"/>
          <p:nvPr/>
        </p:nvSpPr>
        <p:spPr>
          <a:xfrm>
            <a:off x="4681617" y="5991601"/>
            <a:ext cx="3683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-&gt; B -&gt; C -&gt; D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FEC150-C613-4AA7-FD5B-DC54D7AF1073}"/>
              </a:ext>
            </a:extLst>
          </p:cNvPr>
          <p:cNvSpPr/>
          <p:nvPr/>
        </p:nvSpPr>
        <p:spPr>
          <a:xfrm>
            <a:off x="10750550" y="75341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BB79E5-08D2-DF1F-30E9-53BCA26F5327}"/>
              </a:ext>
            </a:extLst>
          </p:cNvPr>
          <p:cNvSpPr/>
          <p:nvPr/>
        </p:nvSpPr>
        <p:spPr>
          <a:xfrm>
            <a:off x="11126565" y="14698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A4802A8-29E7-42F9-C1A5-0E8E1A1A890D}"/>
              </a:ext>
            </a:extLst>
          </p:cNvPr>
          <p:cNvSpPr/>
          <p:nvPr/>
        </p:nvSpPr>
        <p:spPr>
          <a:xfrm>
            <a:off x="10294834" y="14698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C81ABB0-063F-0F78-0B47-D95267990843}"/>
              </a:ext>
            </a:extLst>
          </p:cNvPr>
          <p:cNvCxnSpPr>
            <a:stCxn id="21" idx="3"/>
            <a:endCxn id="23" idx="0"/>
          </p:cNvCxnSpPr>
          <p:nvPr/>
        </p:nvCxnSpPr>
        <p:spPr>
          <a:xfrm flipH="1">
            <a:off x="10482842" y="1074360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275FFAD-2A6A-FFB0-1688-26D38536537C}"/>
              </a:ext>
            </a:extLst>
          </p:cNvPr>
          <p:cNvCxnSpPr>
            <a:stCxn id="21" idx="5"/>
            <a:endCxn id="22" idx="0"/>
          </p:cNvCxnSpPr>
          <p:nvPr/>
        </p:nvCxnSpPr>
        <p:spPr>
          <a:xfrm>
            <a:off x="11071499" y="1074360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AFB5A7FF-6805-260B-62C2-50B4DEECC5E1}"/>
              </a:ext>
            </a:extLst>
          </p:cNvPr>
          <p:cNvSpPr/>
          <p:nvPr/>
        </p:nvSpPr>
        <p:spPr>
          <a:xfrm>
            <a:off x="9712960" y="219513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110BEE-F78A-1934-C464-F08582D7E042}"/>
              </a:ext>
            </a:extLst>
          </p:cNvPr>
          <p:cNvCxnSpPr>
            <a:stCxn id="23" idx="3"/>
            <a:endCxn id="31" idx="7"/>
          </p:cNvCxnSpPr>
          <p:nvPr/>
        </p:nvCxnSpPr>
        <p:spPr>
          <a:xfrm flipH="1">
            <a:off x="10033909" y="1790826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110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9D40-64EC-2D7E-59F4-998FA74C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DFS processing 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3EF6F1-D4F6-B460-A656-1A63DC169C96}"/>
              </a:ext>
            </a:extLst>
          </p:cNvPr>
          <p:cNvSpPr/>
          <p:nvPr/>
        </p:nvSpPr>
        <p:spPr>
          <a:xfrm>
            <a:off x="284195" y="3488821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11D3F2-B9C6-28ED-73C8-E8B16AFF7C38}"/>
              </a:ext>
            </a:extLst>
          </p:cNvPr>
          <p:cNvSpPr/>
          <p:nvPr/>
        </p:nvSpPr>
        <p:spPr>
          <a:xfrm>
            <a:off x="2214120" y="2295686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FA1EE9-38B8-95B9-8A34-D8266270E4BA}"/>
              </a:ext>
            </a:extLst>
          </p:cNvPr>
          <p:cNvSpPr/>
          <p:nvPr/>
        </p:nvSpPr>
        <p:spPr>
          <a:xfrm>
            <a:off x="2214120" y="4628688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294C3C-C814-7911-BB7F-4E984F49A32C}"/>
              </a:ext>
            </a:extLst>
          </p:cNvPr>
          <p:cNvSpPr/>
          <p:nvPr/>
        </p:nvSpPr>
        <p:spPr>
          <a:xfrm>
            <a:off x="5546980" y="2295686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CE5F1A-1E4E-841B-C0DF-EACA3B0AFF94}"/>
              </a:ext>
            </a:extLst>
          </p:cNvPr>
          <p:cNvSpPr/>
          <p:nvPr/>
        </p:nvSpPr>
        <p:spPr>
          <a:xfrm>
            <a:off x="5546980" y="4628688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097E6F-A4BC-FA41-D091-6B97F39A136B}"/>
              </a:ext>
            </a:extLst>
          </p:cNvPr>
          <p:cNvSpPr/>
          <p:nvPr/>
        </p:nvSpPr>
        <p:spPr>
          <a:xfrm>
            <a:off x="8119264" y="3488821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CE2328-C0E1-83C1-C4A5-4E8C649CBD1E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882570" y="2868045"/>
            <a:ext cx="1434215" cy="718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67CB6D-A9D0-E04C-E521-AC8F58C41047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915160" y="2630966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B746EB-8D39-29F5-F6A5-C81CB2C4AFE4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882570" y="4061180"/>
            <a:ext cx="1331550" cy="902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4E4BC3-4B9F-E55F-AF22-DF6ED9B9E1D9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2915160" y="4963968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97053C-57EA-5DE3-BE5D-5968C902628E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6248020" y="2630966"/>
            <a:ext cx="1973909" cy="956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3362E5-ABE6-BFEC-09ED-3D9A67D463D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2564640" y="2966246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8EA2EF-F23F-3CC4-A6A3-234D642AB831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2812495" y="2868045"/>
            <a:ext cx="2837150" cy="18588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B38986-8F56-B064-0DE5-974349F30373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5897500" y="2966246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CC7EE07-1C60-3874-F56A-4E5DD5A180CC}"/>
              </a:ext>
            </a:extLst>
          </p:cNvPr>
          <p:cNvSpPr/>
          <p:nvPr/>
        </p:nvSpPr>
        <p:spPr>
          <a:xfrm>
            <a:off x="10601770" y="477952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E81A5F-1AB3-55EB-D934-EDA10231AAE6}"/>
              </a:ext>
            </a:extLst>
          </p:cNvPr>
          <p:cNvSpPr/>
          <p:nvPr/>
        </p:nvSpPr>
        <p:spPr>
          <a:xfrm>
            <a:off x="10977785" y="119441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057E86-14C5-AC6F-75A2-97CB8BACA167}"/>
              </a:ext>
            </a:extLst>
          </p:cNvPr>
          <p:cNvSpPr/>
          <p:nvPr/>
        </p:nvSpPr>
        <p:spPr>
          <a:xfrm>
            <a:off x="10146054" y="119441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FB1442-1D3E-8E4D-0E0D-AC91DE3B514E}"/>
              </a:ext>
            </a:extLst>
          </p:cNvPr>
          <p:cNvCxnSpPr>
            <a:stCxn id="18" idx="3"/>
            <a:endCxn id="20" idx="0"/>
          </p:cNvCxnSpPr>
          <p:nvPr/>
        </p:nvCxnSpPr>
        <p:spPr>
          <a:xfrm flipH="1">
            <a:off x="10334062" y="798901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279547-0E0C-952C-34E3-230476A20416}"/>
              </a:ext>
            </a:extLst>
          </p:cNvPr>
          <p:cNvCxnSpPr>
            <a:stCxn id="18" idx="5"/>
            <a:endCxn id="19" idx="0"/>
          </p:cNvCxnSpPr>
          <p:nvPr/>
        </p:nvCxnSpPr>
        <p:spPr>
          <a:xfrm>
            <a:off x="10922719" y="798901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DEB074D-EF1B-D7F1-9B40-6EE06F969814}"/>
              </a:ext>
            </a:extLst>
          </p:cNvPr>
          <p:cNvSpPr/>
          <p:nvPr/>
        </p:nvSpPr>
        <p:spPr>
          <a:xfrm>
            <a:off x="9564180" y="191967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FCC1F2-2615-73A4-E385-EA8DD4363E21}"/>
              </a:ext>
            </a:extLst>
          </p:cNvPr>
          <p:cNvCxnSpPr>
            <a:stCxn id="20" idx="3"/>
            <a:endCxn id="23" idx="7"/>
          </p:cNvCxnSpPr>
          <p:nvPr/>
        </p:nvCxnSpPr>
        <p:spPr>
          <a:xfrm flipH="1">
            <a:off x="9885129" y="1515367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C8AC2CA-FAAC-9847-DCB3-9C63C6410F8F}"/>
              </a:ext>
            </a:extLst>
          </p:cNvPr>
          <p:cNvSpPr/>
          <p:nvPr/>
        </p:nvSpPr>
        <p:spPr>
          <a:xfrm>
            <a:off x="10546704" y="1934402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3338D2-FAA1-C587-BD02-1AA6CC735781}"/>
              </a:ext>
            </a:extLst>
          </p:cNvPr>
          <p:cNvCxnSpPr>
            <a:stCxn id="19" idx="3"/>
            <a:endCxn id="25" idx="0"/>
          </p:cNvCxnSpPr>
          <p:nvPr/>
        </p:nvCxnSpPr>
        <p:spPr>
          <a:xfrm flipH="1">
            <a:off x="10734712" y="1515367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A1F7FA-3A06-BF5A-322C-A61588BDFCB8}"/>
              </a:ext>
            </a:extLst>
          </p:cNvPr>
          <p:cNvSpPr txBox="1"/>
          <p:nvPr/>
        </p:nvSpPr>
        <p:spPr>
          <a:xfrm>
            <a:off x="2372360" y="6057489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-&gt; B -&gt; C -&gt; D -&gt; E </a:t>
            </a:r>
          </a:p>
        </p:txBody>
      </p:sp>
    </p:spTree>
    <p:extLst>
      <p:ext uri="{BB962C8B-B14F-4D97-AF65-F5344CB8AC3E}">
        <p14:creationId xmlns:p14="http://schemas.microsoft.com/office/powerpoint/2010/main" val="230551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D9D40-64EC-2D7E-59F4-998FA74C1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DFS processing 	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3EF6F1-D4F6-B460-A656-1A63DC169C96}"/>
              </a:ext>
            </a:extLst>
          </p:cNvPr>
          <p:cNvSpPr/>
          <p:nvPr/>
        </p:nvSpPr>
        <p:spPr>
          <a:xfrm>
            <a:off x="284195" y="3488821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11D3F2-B9C6-28ED-73C8-E8B16AFF7C38}"/>
              </a:ext>
            </a:extLst>
          </p:cNvPr>
          <p:cNvSpPr/>
          <p:nvPr/>
        </p:nvSpPr>
        <p:spPr>
          <a:xfrm>
            <a:off x="2214120" y="2295686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FA1EE9-38B8-95B9-8A34-D8266270E4BA}"/>
              </a:ext>
            </a:extLst>
          </p:cNvPr>
          <p:cNvSpPr/>
          <p:nvPr/>
        </p:nvSpPr>
        <p:spPr>
          <a:xfrm>
            <a:off x="2214120" y="4628688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294C3C-C814-7911-BB7F-4E984F49A32C}"/>
              </a:ext>
            </a:extLst>
          </p:cNvPr>
          <p:cNvSpPr/>
          <p:nvPr/>
        </p:nvSpPr>
        <p:spPr>
          <a:xfrm>
            <a:off x="5546980" y="2295686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2CE5F1A-1E4E-841B-C0DF-EACA3B0AFF94}"/>
              </a:ext>
            </a:extLst>
          </p:cNvPr>
          <p:cNvSpPr/>
          <p:nvPr/>
        </p:nvSpPr>
        <p:spPr>
          <a:xfrm>
            <a:off x="5546980" y="4628688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097E6F-A4BC-FA41-D091-6B97F39A136B}"/>
              </a:ext>
            </a:extLst>
          </p:cNvPr>
          <p:cNvSpPr/>
          <p:nvPr/>
        </p:nvSpPr>
        <p:spPr>
          <a:xfrm>
            <a:off x="8119264" y="3488821"/>
            <a:ext cx="701040" cy="67056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CE2328-C0E1-83C1-C4A5-4E8C649CBD1E}"/>
              </a:ext>
            </a:extLst>
          </p:cNvPr>
          <p:cNvCxnSpPr>
            <a:stCxn id="4" idx="7"/>
            <a:endCxn id="5" idx="3"/>
          </p:cNvCxnSpPr>
          <p:nvPr/>
        </p:nvCxnSpPr>
        <p:spPr>
          <a:xfrm flipV="1">
            <a:off x="882570" y="2868045"/>
            <a:ext cx="1434215" cy="71897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67CB6D-A9D0-E04C-E521-AC8F58C41047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2915160" y="2630966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B746EB-8D39-29F5-F6A5-C81CB2C4AFE4}"/>
              </a:ext>
            </a:extLst>
          </p:cNvPr>
          <p:cNvCxnSpPr>
            <a:stCxn id="4" idx="5"/>
            <a:endCxn id="6" idx="2"/>
          </p:cNvCxnSpPr>
          <p:nvPr/>
        </p:nvCxnSpPr>
        <p:spPr>
          <a:xfrm>
            <a:off x="882570" y="4061180"/>
            <a:ext cx="1331550" cy="902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4E4BC3-4B9F-E55F-AF22-DF6ED9B9E1D9}"/>
              </a:ext>
            </a:extLst>
          </p:cNvPr>
          <p:cNvCxnSpPr>
            <a:stCxn id="6" idx="6"/>
            <a:endCxn id="8" idx="2"/>
          </p:cNvCxnSpPr>
          <p:nvPr/>
        </p:nvCxnSpPr>
        <p:spPr>
          <a:xfrm>
            <a:off x="2915160" y="4963968"/>
            <a:ext cx="26318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97053C-57EA-5DE3-BE5D-5968C902628E}"/>
              </a:ext>
            </a:extLst>
          </p:cNvPr>
          <p:cNvCxnSpPr>
            <a:stCxn id="7" idx="6"/>
            <a:endCxn id="9" idx="1"/>
          </p:cNvCxnSpPr>
          <p:nvPr/>
        </p:nvCxnSpPr>
        <p:spPr>
          <a:xfrm>
            <a:off x="6248020" y="2630966"/>
            <a:ext cx="1973909" cy="95605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3362E5-ABE6-BFEC-09ED-3D9A67D463DC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2564640" y="2966246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58EA2EF-F23F-3CC4-A6A3-234D642AB831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2812495" y="2868045"/>
            <a:ext cx="2837150" cy="185884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B38986-8F56-B064-0DE5-974349F30373}"/>
              </a:ext>
            </a:extLst>
          </p:cNvPr>
          <p:cNvCxnSpPr>
            <a:stCxn id="7" idx="4"/>
            <a:endCxn id="8" idx="0"/>
          </p:cNvCxnSpPr>
          <p:nvPr/>
        </p:nvCxnSpPr>
        <p:spPr>
          <a:xfrm>
            <a:off x="5897500" y="2966246"/>
            <a:ext cx="0" cy="16624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CC7EE07-1C60-3874-F56A-4E5DD5A180CC}"/>
              </a:ext>
            </a:extLst>
          </p:cNvPr>
          <p:cNvSpPr/>
          <p:nvPr/>
        </p:nvSpPr>
        <p:spPr>
          <a:xfrm>
            <a:off x="10601770" y="477952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E81A5F-1AB3-55EB-D934-EDA10231AAE6}"/>
              </a:ext>
            </a:extLst>
          </p:cNvPr>
          <p:cNvSpPr/>
          <p:nvPr/>
        </p:nvSpPr>
        <p:spPr>
          <a:xfrm>
            <a:off x="10977785" y="119441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057E86-14C5-AC6F-75A2-97CB8BACA167}"/>
              </a:ext>
            </a:extLst>
          </p:cNvPr>
          <p:cNvSpPr/>
          <p:nvPr/>
        </p:nvSpPr>
        <p:spPr>
          <a:xfrm>
            <a:off x="10146054" y="119441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FB1442-1D3E-8E4D-0E0D-AC91DE3B514E}"/>
              </a:ext>
            </a:extLst>
          </p:cNvPr>
          <p:cNvCxnSpPr>
            <a:stCxn id="18" idx="3"/>
            <a:endCxn id="20" idx="0"/>
          </p:cNvCxnSpPr>
          <p:nvPr/>
        </p:nvCxnSpPr>
        <p:spPr>
          <a:xfrm flipH="1">
            <a:off x="10334062" y="798901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1279547-0E0C-952C-34E3-230476A20416}"/>
              </a:ext>
            </a:extLst>
          </p:cNvPr>
          <p:cNvCxnSpPr>
            <a:stCxn id="18" idx="5"/>
            <a:endCxn id="19" idx="0"/>
          </p:cNvCxnSpPr>
          <p:nvPr/>
        </p:nvCxnSpPr>
        <p:spPr>
          <a:xfrm>
            <a:off x="10922719" y="798901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DEB074D-EF1B-D7F1-9B40-6EE06F969814}"/>
              </a:ext>
            </a:extLst>
          </p:cNvPr>
          <p:cNvSpPr/>
          <p:nvPr/>
        </p:nvSpPr>
        <p:spPr>
          <a:xfrm>
            <a:off x="9564180" y="191967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FCC1F2-2615-73A4-E385-EA8DD4363E21}"/>
              </a:ext>
            </a:extLst>
          </p:cNvPr>
          <p:cNvCxnSpPr>
            <a:stCxn id="20" idx="3"/>
            <a:endCxn id="23" idx="7"/>
          </p:cNvCxnSpPr>
          <p:nvPr/>
        </p:nvCxnSpPr>
        <p:spPr>
          <a:xfrm flipH="1">
            <a:off x="9885129" y="1515367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1C8AC2CA-FAAC-9847-DCB3-9C63C6410F8F}"/>
              </a:ext>
            </a:extLst>
          </p:cNvPr>
          <p:cNvSpPr/>
          <p:nvPr/>
        </p:nvSpPr>
        <p:spPr>
          <a:xfrm>
            <a:off x="10546704" y="1934402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3338D2-FAA1-C587-BD02-1AA6CC735781}"/>
              </a:ext>
            </a:extLst>
          </p:cNvPr>
          <p:cNvCxnSpPr>
            <a:stCxn id="19" idx="3"/>
            <a:endCxn id="25" idx="0"/>
          </p:cNvCxnSpPr>
          <p:nvPr/>
        </p:nvCxnSpPr>
        <p:spPr>
          <a:xfrm flipH="1">
            <a:off x="10734712" y="1515367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A1F7FA-3A06-BF5A-322C-A61588BDFCB8}"/>
              </a:ext>
            </a:extLst>
          </p:cNvPr>
          <p:cNvSpPr txBox="1"/>
          <p:nvPr/>
        </p:nvSpPr>
        <p:spPr>
          <a:xfrm>
            <a:off x="2372360" y="6057489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-&gt; B -&gt; C -&gt; D -&gt; E -&gt; F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D1A847E-F16C-E3A2-DBB2-3FEDE32A77C5}"/>
              </a:ext>
            </a:extLst>
          </p:cNvPr>
          <p:cNvCxnSpPr/>
          <p:nvPr/>
        </p:nvCxnSpPr>
        <p:spPr>
          <a:xfrm>
            <a:off x="7366475" y="996659"/>
            <a:ext cx="4725824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35C011-9007-5A3D-66B7-17E4766F30D9}"/>
              </a:ext>
            </a:extLst>
          </p:cNvPr>
          <p:cNvCxnSpPr/>
          <p:nvPr/>
        </p:nvCxnSpPr>
        <p:spPr>
          <a:xfrm>
            <a:off x="7366475" y="1745052"/>
            <a:ext cx="482552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16FBCABE-6D1E-1E31-B51E-057ECB196CEC}"/>
              </a:ext>
            </a:extLst>
          </p:cNvPr>
          <p:cNvSpPr/>
          <p:nvPr/>
        </p:nvSpPr>
        <p:spPr>
          <a:xfrm>
            <a:off x="9088832" y="259023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F86717-6259-15A1-17A8-7B4973AC8DDE}"/>
              </a:ext>
            </a:extLst>
          </p:cNvPr>
          <p:cNvCxnSpPr>
            <a:stCxn id="23" idx="3"/>
            <a:endCxn id="34" idx="0"/>
          </p:cNvCxnSpPr>
          <p:nvPr/>
        </p:nvCxnSpPr>
        <p:spPr>
          <a:xfrm flipH="1">
            <a:off x="9276840" y="2240620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811BD3C-BD20-5E64-299F-912EFCA10157}"/>
              </a:ext>
            </a:extLst>
          </p:cNvPr>
          <p:cNvCxnSpPr/>
          <p:nvPr/>
        </p:nvCxnSpPr>
        <p:spPr>
          <a:xfrm>
            <a:off x="7451933" y="2415425"/>
            <a:ext cx="4640366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365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9519-32B6-C582-3826-8A48D92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in data structure?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A8BB-4A53-AEF9-19CF-2C5B3EB6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Hint: Queue data structure</a:t>
            </a:r>
          </a:p>
          <a:p>
            <a:r>
              <a:rPr lang="en-US" dirty="0"/>
              <a:t>Queue: First In First Out (FIFO)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CDA0-5E92-5521-9BD9-720D445A0541}"/>
              </a:ext>
            </a:extLst>
          </p:cNvPr>
          <p:cNvSpPr/>
          <p:nvPr/>
        </p:nvSpPr>
        <p:spPr>
          <a:xfrm>
            <a:off x="2956844" y="4075521"/>
            <a:ext cx="8092868" cy="9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1D5DD-81E1-03F5-AB2D-DF253A0F0DF9}"/>
              </a:ext>
            </a:extLst>
          </p:cNvPr>
          <p:cNvSpPr txBox="1"/>
          <p:nvPr/>
        </p:nvSpPr>
        <p:spPr>
          <a:xfrm>
            <a:off x="838200" y="4218100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Queue: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D7FDA825-8B2B-2B73-5228-B63A5A5BF629}"/>
              </a:ext>
            </a:extLst>
          </p:cNvPr>
          <p:cNvSpPr/>
          <p:nvPr/>
        </p:nvSpPr>
        <p:spPr>
          <a:xfrm>
            <a:off x="3059394" y="5289847"/>
            <a:ext cx="632389" cy="11244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98E02EC-A61A-381C-6D4C-C11916482779}"/>
              </a:ext>
            </a:extLst>
          </p:cNvPr>
          <p:cNvSpPr/>
          <p:nvPr/>
        </p:nvSpPr>
        <p:spPr>
          <a:xfrm>
            <a:off x="10319720" y="5289846"/>
            <a:ext cx="632389" cy="1270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Tai</a:t>
            </a:r>
          </a:p>
          <a:p>
            <a:pPr algn="ctr"/>
            <a:r>
              <a:rPr lang="en-US" sz="1600" dirty="0"/>
              <a:t>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8260A4-E630-DEEE-2156-F62080C8A7B0}"/>
              </a:ext>
            </a:extLst>
          </p:cNvPr>
          <p:cNvCxnSpPr/>
          <p:nvPr/>
        </p:nvCxnSpPr>
        <p:spPr>
          <a:xfrm flipH="1">
            <a:off x="3589234" y="1298961"/>
            <a:ext cx="6052618" cy="2606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412C9EF2-3E2E-0795-F244-5AC3D862C715}"/>
              </a:ext>
            </a:extLst>
          </p:cNvPr>
          <p:cNvSpPr/>
          <p:nvPr/>
        </p:nvSpPr>
        <p:spPr>
          <a:xfrm>
            <a:off x="3277312" y="4293552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9F71F3-27B1-AA1B-4A43-0F81FA8A4930}"/>
              </a:ext>
            </a:extLst>
          </p:cNvPr>
          <p:cNvSpPr txBox="1"/>
          <p:nvPr/>
        </p:nvSpPr>
        <p:spPr>
          <a:xfrm>
            <a:off x="4193019" y="5875940"/>
            <a:ext cx="790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Pop: 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AD31ABA-2213-66BA-65A9-8D35998867CF}"/>
              </a:ext>
            </a:extLst>
          </p:cNvPr>
          <p:cNvSpPr/>
          <p:nvPr/>
        </p:nvSpPr>
        <p:spPr>
          <a:xfrm>
            <a:off x="9815557" y="112886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34A1EC4-B8CA-AC4A-743C-44A5ABDC998E}"/>
              </a:ext>
            </a:extLst>
          </p:cNvPr>
          <p:cNvSpPr/>
          <p:nvPr/>
        </p:nvSpPr>
        <p:spPr>
          <a:xfrm>
            <a:off x="10191572" y="1845334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54027AA-B364-A463-9655-5F31E0D51882}"/>
              </a:ext>
            </a:extLst>
          </p:cNvPr>
          <p:cNvSpPr/>
          <p:nvPr/>
        </p:nvSpPr>
        <p:spPr>
          <a:xfrm>
            <a:off x="9359841" y="1845334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1D76B91-23B2-98B6-B9F1-A16D5CE00E1C}"/>
              </a:ext>
            </a:extLst>
          </p:cNvPr>
          <p:cNvCxnSpPr>
            <a:stCxn id="23" idx="3"/>
            <a:endCxn id="25" idx="0"/>
          </p:cNvCxnSpPr>
          <p:nvPr/>
        </p:nvCxnSpPr>
        <p:spPr>
          <a:xfrm flipH="1">
            <a:off x="9547849" y="1449817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0DD4BD-0ADE-3F67-6D11-F2DAC1C1D7DD}"/>
              </a:ext>
            </a:extLst>
          </p:cNvPr>
          <p:cNvCxnSpPr>
            <a:stCxn id="23" idx="5"/>
            <a:endCxn id="24" idx="0"/>
          </p:cNvCxnSpPr>
          <p:nvPr/>
        </p:nvCxnSpPr>
        <p:spPr>
          <a:xfrm>
            <a:off x="10136506" y="1449817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C222718F-7E5D-0A61-EC65-0D8BE7C17F47}"/>
              </a:ext>
            </a:extLst>
          </p:cNvPr>
          <p:cNvSpPr/>
          <p:nvPr/>
        </p:nvSpPr>
        <p:spPr>
          <a:xfrm>
            <a:off x="8777967" y="257058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57483DF-5C4F-68C6-C718-75E9FEEA5AEC}"/>
              </a:ext>
            </a:extLst>
          </p:cNvPr>
          <p:cNvCxnSpPr>
            <a:stCxn id="25" idx="3"/>
            <a:endCxn id="28" idx="7"/>
          </p:cNvCxnSpPr>
          <p:nvPr/>
        </p:nvCxnSpPr>
        <p:spPr>
          <a:xfrm flipH="1">
            <a:off x="9098916" y="2166283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2FB6308-272E-17E0-ECEB-FE5C0C4E7589}"/>
              </a:ext>
            </a:extLst>
          </p:cNvPr>
          <p:cNvSpPr/>
          <p:nvPr/>
        </p:nvSpPr>
        <p:spPr>
          <a:xfrm>
            <a:off x="9760491" y="258531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D12DD09-4070-E591-87F9-E7928E1D913B}"/>
              </a:ext>
            </a:extLst>
          </p:cNvPr>
          <p:cNvCxnSpPr>
            <a:stCxn id="24" idx="3"/>
            <a:endCxn id="30" idx="0"/>
          </p:cNvCxnSpPr>
          <p:nvPr/>
        </p:nvCxnSpPr>
        <p:spPr>
          <a:xfrm flipH="1">
            <a:off x="9948499" y="2166283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02D33A6-E61A-8690-13BC-4F499AB30E9C}"/>
              </a:ext>
            </a:extLst>
          </p:cNvPr>
          <p:cNvSpPr/>
          <p:nvPr/>
        </p:nvSpPr>
        <p:spPr>
          <a:xfrm>
            <a:off x="8302619" y="324114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B7EA03-7D4B-211B-F60B-C9795CA0E25D}"/>
              </a:ext>
            </a:extLst>
          </p:cNvPr>
          <p:cNvCxnSpPr>
            <a:stCxn id="28" idx="3"/>
            <a:endCxn id="32" idx="0"/>
          </p:cNvCxnSpPr>
          <p:nvPr/>
        </p:nvCxnSpPr>
        <p:spPr>
          <a:xfrm flipH="1">
            <a:off x="8490627" y="2891536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56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9519-32B6-C582-3826-8A48D92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in code?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A8BB-4A53-AEF9-19CF-2C5B3EB6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Hint: Queue data structure</a:t>
            </a:r>
          </a:p>
          <a:p>
            <a:r>
              <a:rPr lang="en-US" dirty="0"/>
              <a:t>Queue: First In First Out (FIFO)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CDA0-5E92-5521-9BD9-720D445A0541}"/>
              </a:ext>
            </a:extLst>
          </p:cNvPr>
          <p:cNvSpPr/>
          <p:nvPr/>
        </p:nvSpPr>
        <p:spPr>
          <a:xfrm>
            <a:off x="2956844" y="4075521"/>
            <a:ext cx="8092868" cy="9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1D5DD-81E1-03F5-AB2D-DF253A0F0DF9}"/>
              </a:ext>
            </a:extLst>
          </p:cNvPr>
          <p:cNvSpPr txBox="1"/>
          <p:nvPr/>
        </p:nvSpPr>
        <p:spPr>
          <a:xfrm>
            <a:off x="838200" y="4218100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Queue: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D7FDA825-8B2B-2B73-5228-B63A5A5BF629}"/>
              </a:ext>
            </a:extLst>
          </p:cNvPr>
          <p:cNvSpPr/>
          <p:nvPr/>
        </p:nvSpPr>
        <p:spPr>
          <a:xfrm>
            <a:off x="3059394" y="5289847"/>
            <a:ext cx="632389" cy="11244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98E02EC-A61A-381C-6D4C-C11916482779}"/>
              </a:ext>
            </a:extLst>
          </p:cNvPr>
          <p:cNvSpPr/>
          <p:nvPr/>
        </p:nvSpPr>
        <p:spPr>
          <a:xfrm>
            <a:off x="10319720" y="5289846"/>
            <a:ext cx="632389" cy="1270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Tai</a:t>
            </a:r>
          </a:p>
          <a:p>
            <a:pPr algn="ctr"/>
            <a:r>
              <a:rPr lang="en-US" sz="1600" dirty="0"/>
              <a:t>l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F8260A4-E630-DEEE-2156-F62080C8A7B0}"/>
              </a:ext>
            </a:extLst>
          </p:cNvPr>
          <p:cNvCxnSpPr>
            <a:cxnSpLocks/>
          </p:cNvCxnSpPr>
          <p:nvPr/>
        </p:nvCxnSpPr>
        <p:spPr>
          <a:xfrm flipH="1">
            <a:off x="3589234" y="2093720"/>
            <a:ext cx="5537674" cy="1811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2DA298-F6D1-1431-FC5A-D8FC3BCF8F4D}"/>
              </a:ext>
            </a:extLst>
          </p:cNvPr>
          <p:cNvSpPr txBox="1"/>
          <p:nvPr/>
        </p:nvSpPr>
        <p:spPr>
          <a:xfrm>
            <a:off x="4106254" y="5814571"/>
            <a:ext cx="162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Pop: A -&gt; B -&gt; 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4538DE-601E-6711-9D4D-7A74D5028517}"/>
              </a:ext>
            </a:extLst>
          </p:cNvPr>
          <p:cNvSpPr/>
          <p:nvPr/>
        </p:nvSpPr>
        <p:spPr>
          <a:xfrm>
            <a:off x="3277312" y="4293552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E7A0CD-903C-2A1A-615A-C6526ABDBF9C}"/>
              </a:ext>
            </a:extLst>
          </p:cNvPr>
          <p:cNvSpPr/>
          <p:nvPr/>
        </p:nvSpPr>
        <p:spPr>
          <a:xfrm>
            <a:off x="4379719" y="4279681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1322CC-E1F1-EFE4-C710-008E3AECB3BB}"/>
              </a:ext>
            </a:extLst>
          </p:cNvPr>
          <p:cNvCxnSpPr/>
          <p:nvPr/>
        </p:nvCxnSpPr>
        <p:spPr>
          <a:xfrm flipH="1">
            <a:off x="5067656" y="2144305"/>
            <a:ext cx="4935908" cy="1829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B4647F7-E48D-B44D-34C7-0026E61418AF}"/>
              </a:ext>
            </a:extLst>
          </p:cNvPr>
          <p:cNvSpPr/>
          <p:nvPr/>
        </p:nvSpPr>
        <p:spPr>
          <a:xfrm>
            <a:off x="9704462" y="114873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4C2C162-B2BA-0AB9-F02F-15AD22937EC4}"/>
              </a:ext>
            </a:extLst>
          </p:cNvPr>
          <p:cNvSpPr/>
          <p:nvPr/>
        </p:nvSpPr>
        <p:spPr>
          <a:xfrm>
            <a:off x="10080477" y="1865204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DADFEC-2737-EF75-F122-4EDDD86B4151}"/>
              </a:ext>
            </a:extLst>
          </p:cNvPr>
          <p:cNvSpPr/>
          <p:nvPr/>
        </p:nvSpPr>
        <p:spPr>
          <a:xfrm>
            <a:off x="9248746" y="1865204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F6B33E-5E7B-1515-85EE-5BA14548B6CE}"/>
              </a:ext>
            </a:extLst>
          </p:cNvPr>
          <p:cNvCxnSpPr>
            <a:stCxn id="28" idx="3"/>
            <a:endCxn id="30" idx="0"/>
          </p:cNvCxnSpPr>
          <p:nvPr/>
        </p:nvCxnSpPr>
        <p:spPr>
          <a:xfrm flipH="1">
            <a:off x="9436754" y="1469687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828D6B-8050-7851-C352-EEA31E21C71A}"/>
              </a:ext>
            </a:extLst>
          </p:cNvPr>
          <p:cNvCxnSpPr>
            <a:stCxn id="28" idx="5"/>
            <a:endCxn id="29" idx="0"/>
          </p:cNvCxnSpPr>
          <p:nvPr/>
        </p:nvCxnSpPr>
        <p:spPr>
          <a:xfrm>
            <a:off x="10025411" y="1469687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ADE908E-1AC5-5FD2-7E57-D5BD02DF07D0}"/>
              </a:ext>
            </a:extLst>
          </p:cNvPr>
          <p:cNvSpPr/>
          <p:nvPr/>
        </p:nvSpPr>
        <p:spPr>
          <a:xfrm>
            <a:off x="8666872" y="259045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38BEE0-103B-5E04-CF5B-E993413B6438}"/>
              </a:ext>
            </a:extLst>
          </p:cNvPr>
          <p:cNvCxnSpPr>
            <a:stCxn id="30" idx="3"/>
            <a:endCxn id="33" idx="7"/>
          </p:cNvCxnSpPr>
          <p:nvPr/>
        </p:nvCxnSpPr>
        <p:spPr>
          <a:xfrm flipH="1">
            <a:off x="8987821" y="2186153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08EAEB37-22B8-B376-BE74-7C1038C0C247}"/>
              </a:ext>
            </a:extLst>
          </p:cNvPr>
          <p:cNvSpPr/>
          <p:nvPr/>
        </p:nvSpPr>
        <p:spPr>
          <a:xfrm>
            <a:off x="9649396" y="260518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713A0B6-E67A-0999-93C7-07EF0D1D24AA}"/>
              </a:ext>
            </a:extLst>
          </p:cNvPr>
          <p:cNvCxnSpPr>
            <a:stCxn id="29" idx="3"/>
            <a:endCxn id="35" idx="0"/>
          </p:cNvCxnSpPr>
          <p:nvPr/>
        </p:nvCxnSpPr>
        <p:spPr>
          <a:xfrm flipH="1">
            <a:off x="9837404" y="2186153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B7418CD-A9F1-CBF7-A19F-A55199317FFD}"/>
              </a:ext>
            </a:extLst>
          </p:cNvPr>
          <p:cNvSpPr/>
          <p:nvPr/>
        </p:nvSpPr>
        <p:spPr>
          <a:xfrm>
            <a:off x="8191524" y="326101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7A5B5F9-5929-069F-7B49-FB1CBFE42E44}"/>
              </a:ext>
            </a:extLst>
          </p:cNvPr>
          <p:cNvCxnSpPr>
            <a:stCxn id="33" idx="3"/>
            <a:endCxn id="37" idx="0"/>
          </p:cNvCxnSpPr>
          <p:nvPr/>
        </p:nvCxnSpPr>
        <p:spPr>
          <a:xfrm flipH="1">
            <a:off x="8379532" y="2911406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318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9519-32B6-C582-3826-8A48D92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in code?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A8BB-4A53-AEF9-19CF-2C5B3EB6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Hint: Queue data structure</a:t>
            </a:r>
          </a:p>
          <a:p>
            <a:r>
              <a:rPr lang="en-US" dirty="0"/>
              <a:t>Queue: First In First Out (FIFO)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CDA0-5E92-5521-9BD9-720D445A0541}"/>
              </a:ext>
            </a:extLst>
          </p:cNvPr>
          <p:cNvSpPr/>
          <p:nvPr/>
        </p:nvSpPr>
        <p:spPr>
          <a:xfrm>
            <a:off x="2956844" y="4075521"/>
            <a:ext cx="8092868" cy="9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1D5DD-81E1-03F5-AB2D-DF253A0F0DF9}"/>
              </a:ext>
            </a:extLst>
          </p:cNvPr>
          <p:cNvSpPr txBox="1"/>
          <p:nvPr/>
        </p:nvSpPr>
        <p:spPr>
          <a:xfrm>
            <a:off x="838200" y="4218100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Queue: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D7FDA825-8B2B-2B73-5228-B63A5A5BF629}"/>
              </a:ext>
            </a:extLst>
          </p:cNvPr>
          <p:cNvSpPr/>
          <p:nvPr/>
        </p:nvSpPr>
        <p:spPr>
          <a:xfrm>
            <a:off x="3059394" y="5289847"/>
            <a:ext cx="632389" cy="11244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98E02EC-A61A-381C-6D4C-C11916482779}"/>
              </a:ext>
            </a:extLst>
          </p:cNvPr>
          <p:cNvSpPr/>
          <p:nvPr/>
        </p:nvSpPr>
        <p:spPr>
          <a:xfrm>
            <a:off x="10319720" y="5289846"/>
            <a:ext cx="632389" cy="1270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Tai</a:t>
            </a:r>
          </a:p>
          <a:p>
            <a:pPr algn="ctr"/>
            <a:r>
              <a:rPr lang="en-US" sz="1600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DA298-F6D1-1431-FC5A-D8FC3BCF8F4D}"/>
              </a:ext>
            </a:extLst>
          </p:cNvPr>
          <p:cNvSpPr txBox="1"/>
          <p:nvPr/>
        </p:nvSpPr>
        <p:spPr>
          <a:xfrm>
            <a:off x="4106254" y="5814571"/>
            <a:ext cx="218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Pop: A -&gt; B -&gt; C -&gt; D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4538DE-601E-6711-9D4D-7A74D5028517}"/>
              </a:ext>
            </a:extLst>
          </p:cNvPr>
          <p:cNvSpPr/>
          <p:nvPr/>
        </p:nvSpPr>
        <p:spPr>
          <a:xfrm>
            <a:off x="3277312" y="4293552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E7A0CD-903C-2A1A-615A-C6526ABDBF9C}"/>
              </a:ext>
            </a:extLst>
          </p:cNvPr>
          <p:cNvSpPr/>
          <p:nvPr/>
        </p:nvSpPr>
        <p:spPr>
          <a:xfrm>
            <a:off x="4379719" y="4279681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DCCB9499-C55C-BD63-67DF-8ECAE225E165}"/>
              </a:ext>
            </a:extLst>
          </p:cNvPr>
          <p:cNvSpPr/>
          <p:nvPr/>
        </p:nvSpPr>
        <p:spPr>
          <a:xfrm>
            <a:off x="3401226" y="3429000"/>
            <a:ext cx="598206" cy="62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EDD422-21F1-ECC4-CC0E-BF1D0DECEB49}"/>
              </a:ext>
            </a:extLst>
          </p:cNvPr>
          <p:cNvSpPr/>
          <p:nvPr/>
        </p:nvSpPr>
        <p:spPr>
          <a:xfrm>
            <a:off x="5503588" y="4279680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40B6A9-99DF-DA28-018A-AC45CB28343F}"/>
              </a:ext>
            </a:extLst>
          </p:cNvPr>
          <p:cNvCxnSpPr/>
          <p:nvPr/>
        </p:nvCxnSpPr>
        <p:spPr>
          <a:xfrm flipH="1">
            <a:off x="6096000" y="2815880"/>
            <a:ext cx="2526707" cy="1175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BF45B6DC-0156-13D9-1059-4A95B6B64D59}"/>
              </a:ext>
            </a:extLst>
          </p:cNvPr>
          <p:cNvSpPr/>
          <p:nvPr/>
        </p:nvSpPr>
        <p:spPr>
          <a:xfrm>
            <a:off x="9781374" y="115340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88651E7-C211-0444-F40A-32271FB9973F}"/>
              </a:ext>
            </a:extLst>
          </p:cNvPr>
          <p:cNvSpPr/>
          <p:nvPr/>
        </p:nvSpPr>
        <p:spPr>
          <a:xfrm>
            <a:off x="10157389" y="186986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6A1E08-CDDB-0744-87BA-833421E1772A}"/>
              </a:ext>
            </a:extLst>
          </p:cNvPr>
          <p:cNvSpPr/>
          <p:nvPr/>
        </p:nvSpPr>
        <p:spPr>
          <a:xfrm>
            <a:off x="9325658" y="186986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9C564C-E994-E9CF-39A4-32030275AEE7}"/>
              </a:ext>
            </a:extLst>
          </p:cNvPr>
          <p:cNvCxnSpPr>
            <a:stCxn id="28" idx="3"/>
            <a:endCxn id="30" idx="0"/>
          </p:cNvCxnSpPr>
          <p:nvPr/>
        </p:nvCxnSpPr>
        <p:spPr>
          <a:xfrm flipH="1">
            <a:off x="9513666" y="1474350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13ECCB-FFC4-77FD-1E19-E9FF91055BDD}"/>
              </a:ext>
            </a:extLst>
          </p:cNvPr>
          <p:cNvCxnSpPr>
            <a:stCxn id="28" idx="5"/>
            <a:endCxn id="29" idx="0"/>
          </p:cNvCxnSpPr>
          <p:nvPr/>
        </p:nvCxnSpPr>
        <p:spPr>
          <a:xfrm>
            <a:off x="10102323" y="1474350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A96F726-ABD0-EC19-B0F7-883DD1CBA11F}"/>
              </a:ext>
            </a:extLst>
          </p:cNvPr>
          <p:cNvSpPr/>
          <p:nvPr/>
        </p:nvSpPr>
        <p:spPr>
          <a:xfrm>
            <a:off x="8743784" y="259512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595CED-ADA2-A0FE-8AE8-986513B948FA}"/>
              </a:ext>
            </a:extLst>
          </p:cNvPr>
          <p:cNvCxnSpPr>
            <a:stCxn id="30" idx="3"/>
            <a:endCxn id="33" idx="7"/>
          </p:cNvCxnSpPr>
          <p:nvPr/>
        </p:nvCxnSpPr>
        <p:spPr>
          <a:xfrm flipH="1">
            <a:off x="9064733" y="2190816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2E2BF727-EEE7-8AA9-58C1-C83089D3057A}"/>
              </a:ext>
            </a:extLst>
          </p:cNvPr>
          <p:cNvSpPr/>
          <p:nvPr/>
        </p:nvSpPr>
        <p:spPr>
          <a:xfrm>
            <a:off x="9726308" y="260985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13EB0CD-5E28-3F4B-8BD7-A8FE3342C810}"/>
              </a:ext>
            </a:extLst>
          </p:cNvPr>
          <p:cNvCxnSpPr>
            <a:stCxn id="29" idx="3"/>
            <a:endCxn id="35" idx="0"/>
          </p:cNvCxnSpPr>
          <p:nvPr/>
        </p:nvCxnSpPr>
        <p:spPr>
          <a:xfrm flipH="1">
            <a:off x="9914316" y="2190816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44456E8E-712B-5DC0-D1F6-138AEADFFA29}"/>
              </a:ext>
            </a:extLst>
          </p:cNvPr>
          <p:cNvSpPr/>
          <p:nvPr/>
        </p:nvSpPr>
        <p:spPr>
          <a:xfrm>
            <a:off x="8268436" y="326568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AEF95B-B30B-011F-4A89-3ECD2165BF1B}"/>
              </a:ext>
            </a:extLst>
          </p:cNvPr>
          <p:cNvCxnSpPr>
            <a:stCxn id="33" idx="3"/>
            <a:endCxn id="37" idx="0"/>
          </p:cNvCxnSpPr>
          <p:nvPr/>
        </p:nvCxnSpPr>
        <p:spPr>
          <a:xfrm flipH="1">
            <a:off x="8456444" y="2916069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569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9519-32B6-C582-3826-8A48D92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in code?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A8BB-4A53-AEF9-19CF-2C5B3EB6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Hint: Queue data structure</a:t>
            </a:r>
          </a:p>
          <a:p>
            <a:r>
              <a:rPr lang="en-US" dirty="0"/>
              <a:t>Queue: First In First Out (FIFO)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CDA0-5E92-5521-9BD9-720D445A0541}"/>
              </a:ext>
            </a:extLst>
          </p:cNvPr>
          <p:cNvSpPr/>
          <p:nvPr/>
        </p:nvSpPr>
        <p:spPr>
          <a:xfrm>
            <a:off x="2956844" y="4075521"/>
            <a:ext cx="8092868" cy="9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1D5DD-81E1-03F5-AB2D-DF253A0F0DF9}"/>
              </a:ext>
            </a:extLst>
          </p:cNvPr>
          <p:cNvSpPr txBox="1"/>
          <p:nvPr/>
        </p:nvSpPr>
        <p:spPr>
          <a:xfrm>
            <a:off x="838200" y="4218100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Queue: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D7FDA825-8B2B-2B73-5228-B63A5A5BF629}"/>
              </a:ext>
            </a:extLst>
          </p:cNvPr>
          <p:cNvSpPr/>
          <p:nvPr/>
        </p:nvSpPr>
        <p:spPr>
          <a:xfrm>
            <a:off x="3059394" y="5289847"/>
            <a:ext cx="632389" cy="11244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98E02EC-A61A-381C-6D4C-C11916482779}"/>
              </a:ext>
            </a:extLst>
          </p:cNvPr>
          <p:cNvSpPr/>
          <p:nvPr/>
        </p:nvSpPr>
        <p:spPr>
          <a:xfrm>
            <a:off x="10319720" y="5289846"/>
            <a:ext cx="632389" cy="1270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Tai</a:t>
            </a:r>
          </a:p>
          <a:p>
            <a:pPr algn="ctr"/>
            <a:r>
              <a:rPr lang="en-US" sz="1600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DA298-F6D1-1431-FC5A-D8FC3BCF8F4D}"/>
              </a:ext>
            </a:extLst>
          </p:cNvPr>
          <p:cNvSpPr txBox="1"/>
          <p:nvPr/>
        </p:nvSpPr>
        <p:spPr>
          <a:xfrm>
            <a:off x="4106254" y="5814571"/>
            <a:ext cx="251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Pop: A -&gt; B -&gt; C -&gt; D -&gt; E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E7A0CD-903C-2A1A-615A-C6526ABDBF9C}"/>
              </a:ext>
            </a:extLst>
          </p:cNvPr>
          <p:cNvSpPr/>
          <p:nvPr/>
        </p:nvSpPr>
        <p:spPr>
          <a:xfrm>
            <a:off x="4379719" y="4279681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DCCB9499-C55C-BD63-67DF-8ECAE225E165}"/>
              </a:ext>
            </a:extLst>
          </p:cNvPr>
          <p:cNvSpPr/>
          <p:nvPr/>
        </p:nvSpPr>
        <p:spPr>
          <a:xfrm>
            <a:off x="4495087" y="3346251"/>
            <a:ext cx="598206" cy="62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EDD422-21F1-ECC4-CC0E-BF1D0DECEB49}"/>
              </a:ext>
            </a:extLst>
          </p:cNvPr>
          <p:cNvSpPr/>
          <p:nvPr/>
        </p:nvSpPr>
        <p:spPr>
          <a:xfrm>
            <a:off x="5503588" y="4279680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40B6A9-99DF-DA28-018A-AC45CB28343F}"/>
              </a:ext>
            </a:extLst>
          </p:cNvPr>
          <p:cNvCxnSpPr>
            <a:cxnSpLocks/>
          </p:cNvCxnSpPr>
          <p:nvPr/>
        </p:nvCxnSpPr>
        <p:spPr>
          <a:xfrm flipH="1">
            <a:off x="7003278" y="2948822"/>
            <a:ext cx="2718275" cy="1052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B8FA403-1106-4914-DDC2-2A858B11C8B6}"/>
              </a:ext>
            </a:extLst>
          </p:cNvPr>
          <p:cNvSpPr/>
          <p:nvPr/>
        </p:nvSpPr>
        <p:spPr>
          <a:xfrm>
            <a:off x="9567690" y="106639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4FC684E-549D-633E-C084-A860D66EC784}"/>
              </a:ext>
            </a:extLst>
          </p:cNvPr>
          <p:cNvSpPr/>
          <p:nvPr/>
        </p:nvSpPr>
        <p:spPr>
          <a:xfrm>
            <a:off x="9943705" y="1782864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068674-E8E1-2F50-0E36-6595F72A3485}"/>
              </a:ext>
            </a:extLst>
          </p:cNvPr>
          <p:cNvSpPr/>
          <p:nvPr/>
        </p:nvSpPr>
        <p:spPr>
          <a:xfrm>
            <a:off x="9111974" y="1782864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AE5EABF-E127-8037-C709-82EC7CC400A9}"/>
              </a:ext>
            </a:extLst>
          </p:cNvPr>
          <p:cNvCxnSpPr>
            <a:stCxn id="27" idx="3"/>
            <a:endCxn id="29" idx="0"/>
          </p:cNvCxnSpPr>
          <p:nvPr/>
        </p:nvCxnSpPr>
        <p:spPr>
          <a:xfrm flipH="1">
            <a:off x="9299982" y="1387347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F652AB8-2593-7679-07D3-C5D43E02F01B}"/>
              </a:ext>
            </a:extLst>
          </p:cNvPr>
          <p:cNvCxnSpPr>
            <a:stCxn id="27" idx="5"/>
            <a:endCxn id="28" idx="0"/>
          </p:cNvCxnSpPr>
          <p:nvPr/>
        </p:nvCxnSpPr>
        <p:spPr>
          <a:xfrm>
            <a:off x="9888639" y="1387347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21438AA-C51A-D1AC-E1BF-EB3074444A31}"/>
              </a:ext>
            </a:extLst>
          </p:cNvPr>
          <p:cNvSpPr/>
          <p:nvPr/>
        </p:nvSpPr>
        <p:spPr>
          <a:xfrm>
            <a:off x="8530100" y="250811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CA5C2E9-0E50-FCC5-8412-D8866C7E03E8}"/>
              </a:ext>
            </a:extLst>
          </p:cNvPr>
          <p:cNvCxnSpPr>
            <a:stCxn id="29" idx="3"/>
            <a:endCxn id="32" idx="7"/>
          </p:cNvCxnSpPr>
          <p:nvPr/>
        </p:nvCxnSpPr>
        <p:spPr>
          <a:xfrm flipH="1">
            <a:off x="8851049" y="2103813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C03FDF9C-F66B-2A82-F359-C86850108B4D}"/>
              </a:ext>
            </a:extLst>
          </p:cNvPr>
          <p:cNvSpPr/>
          <p:nvPr/>
        </p:nvSpPr>
        <p:spPr>
          <a:xfrm>
            <a:off x="9512624" y="2522848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AEA029D-DE5E-5D49-74E5-B8ABE5878FF2}"/>
              </a:ext>
            </a:extLst>
          </p:cNvPr>
          <p:cNvCxnSpPr>
            <a:stCxn id="28" idx="3"/>
            <a:endCxn id="34" idx="0"/>
          </p:cNvCxnSpPr>
          <p:nvPr/>
        </p:nvCxnSpPr>
        <p:spPr>
          <a:xfrm flipH="1">
            <a:off x="9700632" y="2103813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C0BE3463-5621-38C4-FBC6-B244807D46F3}"/>
              </a:ext>
            </a:extLst>
          </p:cNvPr>
          <p:cNvSpPr/>
          <p:nvPr/>
        </p:nvSpPr>
        <p:spPr>
          <a:xfrm>
            <a:off x="8054752" y="31786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402249-0345-5959-0BA0-4DBC78173297}"/>
              </a:ext>
            </a:extLst>
          </p:cNvPr>
          <p:cNvCxnSpPr>
            <a:stCxn id="32" idx="3"/>
            <a:endCxn id="36" idx="0"/>
          </p:cNvCxnSpPr>
          <p:nvPr/>
        </p:nvCxnSpPr>
        <p:spPr>
          <a:xfrm flipH="1">
            <a:off x="8242760" y="2829066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11C7AAF-B916-2194-6C11-69C08C0CDF66}"/>
              </a:ext>
            </a:extLst>
          </p:cNvPr>
          <p:cNvSpPr/>
          <p:nvPr/>
        </p:nvSpPr>
        <p:spPr>
          <a:xfrm>
            <a:off x="6568870" y="4268070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547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9519-32B6-C582-3826-8A48D92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in code?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A8BB-4A53-AEF9-19CF-2C5B3EB6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Hint: Queue data structure</a:t>
            </a:r>
          </a:p>
          <a:p>
            <a:r>
              <a:rPr lang="en-US" dirty="0"/>
              <a:t>Queue: First In First Out (FIFO)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CDA0-5E92-5521-9BD9-720D445A0541}"/>
              </a:ext>
            </a:extLst>
          </p:cNvPr>
          <p:cNvSpPr/>
          <p:nvPr/>
        </p:nvSpPr>
        <p:spPr>
          <a:xfrm>
            <a:off x="2956844" y="4075521"/>
            <a:ext cx="8092868" cy="9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1D5DD-81E1-03F5-AB2D-DF253A0F0DF9}"/>
              </a:ext>
            </a:extLst>
          </p:cNvPr>
          <p:cNvSpPr txBox="1"/>
          <p:nvPr/>
        </p:nvSpPr>
        <p:spPr>
          <a:xfrm>
            <a:off x="838200" y="4218100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Queue: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D7FDA825-8B2B-2B73-5228-B63A5A5BF629}"/>
              </a:ext>
            </a:extLst>
          </p:cNvPr>
          <p:cNvSpPr/>
          <p:nvPr/>
        </p:nvSpPr>
        <p:spPr>
          <a:xfrm>
            <a:off x="3059394" y="5289847"/>
            <a:ext cx="632389" cy="11244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98E02EC-A61A-381C-6D4C-C11916482779}"/>
              </a:ext>
            </a:extLst>
          </p:cNvPr>
          <p:cNvSpPr/>
          <p:nvPr/>
        </p:nvSpPr>
        <p:spPr>
          <a:xfrm>
            <a:off x="10319720" y="5289846"/>
            <a:ext cx="632389" cy="1270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Tai</a:t>
            </a:r>
          </a:p>
          <a:p>
            <a:pPr algn="ctr"/>
            <a:r>
              <a:rPr lang="en-US" sz="1600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DA298-F6D1-1431-FC5A-D8FC3BCF8F4D}"/>
              </a:ext>
            </a:extLst>
          </p:cNvPr>
          <p:cNvSpPr txBox="1"/>
          <p:nvPr/>
        </p:nvSpPr>
        <p:spPr>
          <a:xfrm>
            <a:off x="4106254" y="5814571"/>
            <a:ext cx="2514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Pop: A -&gt; B -&gt; C -&gt; D -&gt; E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E7A0CD-903C-2A1A-615A-C6526ABDBF9C}"/>
              </a:ext>
            </a:extLst>
          </p:cNvPr>
          <p:cNvSpPr/>
          <p:nvPr/>
        </p:nvSpPr>
        <p:spPr>
          <a:xfrm>
            <a:off x="4379719" y="4279681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DCCB9499-C55C-BD63-67DF-8ECAE225E165}"/>
              </a:ext>
            </a:extLst>
          </p:cNvPr>
          <p:cNvSpPr/>
          <p:nvPr/>
        </p:nvSpPr>
        <p:spPr>
          <a:xfrm>
            <a:off x="4495087" y="3346251"/>
            <a:ext cx="598206" cy="62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EDD422-21F1-ECC4-CC0E-BF1D0DECEB49}"/>
              </a:ext>
            </a:extLst>
          </p:cNvPr>
          <p:cNvSpPr/>
          <p:nvPr/>
        </p:nvSpPr>
        <p:spPr>
          <a:xfrm>
            <a:off x="5503588" y="4279680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40B6A9-99DF-DA28-018A-AC45CB28343F}"/>
              </a:ext>
            </a:extLst>
          </p:cNvPr>
          <p:cNvCxnSpPr>
            <a:cxnSpLocks/>
          </p:cNvCxnSpPr>
          <p:nvPr/>
        </p:nvCxnSpPr>
        <p:spPr>
          <a:xfrm flipH="1">
            <a:off x="7098709" y="2934090"/>
            <a:ext cx="3532451" cy="106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EF32185-42E5-1C7C-8C27-E2E304C62F3F}"/>
              </a:ext>
            </a:extLst>
          </p:cNvPr>
          <p:cNvSpPr/>
          <p:nvPr/>
        </p:nvSpPr>
        <p:spPr>
          <a:xfrm>
            <a:off x="10673697" y="117251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BDFC68-C54E-15DD-97FF-6FB7A5DF954E}"/>
              </a:ext>
            </a:extLst>
          </p:cNvPr>
          <p:cNvSpPr/>
          <p:nvPr/>
        </p:nvSpPr>
        <p:spPr>
          <a:xfrm>
            <a:off x="11049712" y="18889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3F7F6A-F626-72EA-C95E-F55BCFFC979B}"/>
              </a:ext>
            </a:extLst>
          </p:cNvPr>
          <p:cNvSpPr/>
          <p:nvPr/>
        </p:nvSpPr>
        <p:spPr>
          <a:xfrm>
            <a:off x="10217981" y="18889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F47F56-5B16-EEEF-EE8C-F7FF83B27376}"/>
              </a:ext>
            </a:extLst>
          </p:cNvPr>
          <p:cNvCxnSpPr>
            <a:stCxn id="27" idx="3"/>
            <a:endCxn id="29" idx="0"/>
          </p:cNvCxnSpPr>
          <p:nvPr/>
        </p:nvCxnSpPr>
        <p:spPr>
          <a:xfrm flipH="1">
            <a:off x="10405989" y="1493460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A738DB-2E83-34E2-11BB-6D87F3A8AF25}"/>
              </a:ext>
            </a:extLst>
          </p:cNvPr>
          <p:cNvCxnSpPr>
            <a:stCxn id="27" idx="5"/>
            <a:endCxn id="28" idx="0"/>
          </p:cNvCxnSpPr>
          <p:nvPr/>
        </p:nvCxnSpPr>
        <p:spPr>
          <a:xfrm>
            <a:off x="10994646" y="1493460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CBECAD1-6C07-1AC8-4B27-DFA7AC0ECCBF}"/>
              </a:ext>
            </a:extLst>
          </p:cNvPr>
          <p:cNvSpPr/>
          <p:nvPr/>
        </p:nvSpPr>
        <p:spPr>
          <a:xfrm>
            <a:off x="9636107" y="261423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E58C55-9D0C-9C58-A6CE-8CCE627C182C}"/>
              </a:ext>
            </a:extLst>
          </p:cNvPr>
          <p:cNvCxnSpPr>
            <a:stCxn id="29" idx="3"/>
            <a:endCxn id="32" idx="7"/>
          </p:cNvCxnSpPr>
          <p:nvPr/>
        </p:nvCxnSpPr>
        <p:spPr>
          <a:xfrm flipH="1">
            <a:off x="9957056" y="2209926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B33655B-C075-AE68-FBFD-53608BCAA3D2}"/>
              </a:ext>
            </a:extLst>
          </p:cNvPr>
          <p:cNvSpPr/>
          <p:nvPr/>
        </p:nvSpPr>
        <p:spPr>
          <a:xfrm>
            <a:off x="10618631" y="262896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6F9538-9CA0-A29E-86DF-C057F75DC393}"/>
              </a:ext>
            </a:extLst>
          </p:cNvPr>
          <p:cNvCxnSpPr>
            <a:stCxn id="28" idx="3"/>
            <a:endCxn id="34" idx="0"/>
          </p:cNvCxnSpPr>
          <p:nvPr/>
        </p:nvCxnSpPr>
        <p:spPr>
          <a:xfrm flipH="1">
            <a:off x="10806639" y="2209926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E6402EE-C458-5361-33B2-8E5C92F75FF5}"/>
              </a:ext>
            </a:extLst>
          </p:cNvPr>
          <p:cNvSpPr/>
          <p:nvPr/>
        </p:nvSpPr>
        <p:spPr>
          <a:xfrm>
            <a:off x="9160759" y="328479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9C6148-BBEC-1628-AAF3-46D67226D0A5}"/>
              </a:ext>
            </a:extLst>
          </p:cNvPr>
          <p:cNvCxnSpPr>
            <a:stCxn id="32" idx="3"/>
            <a:endCxn id="36" idx="0"/>
          </p:cNvCxnSpPr>
          <p:nvPr/>
        </p:nvCxnSpPr>
        <p:spPr>
          <a:xfrm flipH="1">
            <a:off x="9348767" y="2935179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CAAD4C9E-550A-5E98-D08E-DD17F2B6F3D6}"/>
              </a:ext>
            </a:extLst>
          </p:cNvPr>
          <p:cNvSpPr/>
          <p:nvPr/>
        </p:nvSpPr>
        <p:spPr>
          <a:xfrm>
            <a:off x="6568870" y="4293301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416911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19519-32B6-C582-3826-8A48D92D7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in code?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A8BB-4A53-AEF9-19CF-2C5B3EB67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Hint: Queue data structure</a:t>
            </a:r>
          </a:p>
          <a:p>
            <a:r>
              <a:rPr lang="en-US" dirty="0"/>
              <a:t>Queue: First In First Out (FIFO)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71CDA0-5E92-5521-9BD9-720D445A0541}"/>
              </a:ext>
            </a:extLst>
          </p:cNvPr>
          <p:cNvSpPr/>
          <p:nvPr/>
        </p:nvSpPr>
        <p:spPr>
          <a:xfrm>
            <a:off x="2956844" y="4075521"/>
            <a:ext cx="8092868" cy="9314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1D5DD-81E1-03F5-AB2D-DF253A0F0DF9}"/>
              </a:ext>
            </a:extLst>
          </p:cNvPr>
          <p:cNvSpPr txBox="1"/>
          <p:nvPr/>
        </p:nvSpPr>
        <p:spPr>
          <a:xfrm>
            <a:off x="838200" y="4218100"/>
            <a:ext cx="15616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Queue:</a:t>
            </a:r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D7FDA825-8B2B-2B73-5228-B63A5A5BF629}"/>
              </a:ext>
            </a:extLst>
          </p:cNvPr>
          <p:cNvSpPr/>
          <p:nvPr/>
        </p:nvSpPr>
        <p:spPr>
          <a:xfrm>
            <a:off x="3059394" y="5289847"/>
            <a:ext cx="632389" cy="112447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</a:t>
            </a:r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598E02EC-A61A-381C-6D4C-C11916482779}"/>
              </a:ext>
            </a:extLst>
          </p:cNvPr>
          <p:cNvSpPr/>
          <p:nvPr/>
        </p:nvSpPr>
        <p:spPr>
          <a:xfrm>
            <a:off x="10319720" y="5289846"/>
            <a:ext cx="632389" cy="127032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Tai</a:t>
            </a:r>
          </a:p>
          <a:p>
            <a:pPr algn="ctr"/>
            <a:r>
              <a:rPr lang="en-US" sz="1600" dirty="0"/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2DA298-F6D1-1431-FC5A-D8FC3BCF8F4D}"/>
              </a:ext>
            </a:extLst>
          </p:cNvPr>
          <p:cNvSpPr txBox="1"/>
          <p:nvPr/>
        </p:nvSpPr>
        <p:spPr>
          <a:xfrm>
            <a:off x="4106254" y="5814571"/>
            <a:ext cx="2858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Pop: A -&gt; B -&gt; C -&gt; D -&gt; E -&gt; F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DCCB9499-C55C-BD63-67DF-8ECAE225E165}"/>
              </a:ext>
            </a:extLst>
          </p:cNvPr>
          <p:cNvSpPr/>
          <p:nvPr/>
        </p:nvSpPr>
        <p:spPr>
          <a:xfrm>
            <a:off x="5618956" y="3305374"/>
            <a:ext cx="598206" cy="6271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EDD422-21F1-ECC4-CC0E-BF1D0DECEB49}"/>
              </a:ext>
            </a:extLst>
          </p:cNvPr>
          <p:cNvSpPr/>
          <p:nvPr/>
        </p:nvSpPr>
        <p:spPr>
          <a:xfrm>
            <a:off x="5503588" y="4279680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40B6A9-99DF-DA28-018A-AC45CB28343F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8289421" y="3472798"/>
            <a:ext cx="871338" cy="487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EF32185-42E5-1C7C-8C27-E2E304C62F3F}"/>
              </a:ext>
            </a:extLst>
          </p:cNvPr>
          <p:cNvSpPr/>
          <p:nvPr/>
        </p:nvSpPr>
        <p:spPr>
          <a:xfrm>
            <a:off x="10673697" y="117251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0BDFC68-C54E-15DD-97FF-6FB7A5DF954E}"/>
              </a:ext>
            </a:extLst>
          </p:cNvPr>
          <p:cNvSpPr/>
          <p:nvPr/>
        </p:nvSpPr>
        <p:spPr>
          <a:xfrm>
            <a:off x="11049712" y="18889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3F7F6A-F626-72EA-C95E-F55BCFFC979B}"/>
              </a:ext>
            </a:extLst>
          </p:cNvPr>
          <p:cNvSpPr/>
          <p:nvPr/>
        </p:nvSpPr>
        <p:spPr>
          <a:xfrm>
            <a:off x="10217981" y="1888977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2F47F56-5B16-EEEF-EE8C-F7FF83B27376}"/>
              </a:ext>
            </a:extLst>
          </p:cNvPr>
          <p:cNvCxnSpPr>
            <a:stCxn id="27" idx="3"/>
            <a:endCxn id="29" idx="0"/>
          </p:cNvCxnSpPr>
          <p:nvPr/>
        </p:nvCxnSpPr>
        <p:spPr>
          <a:xfrm flipH="1">
            <a:off x="10405989" y="1493460"/>
            <a:ext cx="3227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FA738DB-2E83-34E2-11BB-6D87F3A8AF25}"/>
              </a:ext>
            </a:extLst>
          </p:cNvPr>
          <p:cNvCxnSpPr>
            <a:stCxn id="27" idx="5"/>
            <a:endCxn id="28" idx="0"/>
          </p:cNvCxnSpPr>
          <p:nvPr/>
        </p:nvCxnSpPr>
        <p:spPr>
          <a:xfrm>
            <a:off x="10994646" y="1493460"/>
            <a:ext cx="243074" cy="39551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2CBECAD1-6C07-1AC8-4B27-DFA7AC0ECCBF}"/>
              </a:ext>
            </a:extLst>
          </p:cNvPr>
          <p:cNvSpPr/>
          <p:nvPr/>
        </p:nvSpPr>
        <p:spPr>
          <a:xfrm>
            <a:off x="9636107" y="261423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E58C55-9D0C-9C58-A6CE-8CCE627C182C}"/>
              </a:ext>
            </a:extLst>
          </p:cNvPr>
          <p:cNvCxnSpPr>
            <a:stCxn id="29" idx="3"/>
            <a:endCxn id="32" idx="7"/>
          </p:cNvCxnSpPr>
          <p:nvPr/>
        </p:nvCxnSpPr>
        <p:spPr>
          <a:xfrm flipH="1">
            <a:off x="9957056" y="2209926"/>
            <a:ext cx="315991" cy="45937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BB33655B-C075-AE68-FBFD-53608BCAA3D2}"/>
              </a:ext>
            </a:extLst>
          </p:cNvPr>
          <p:cNvSpPr/>
          <p:nvPr/>
        </p:nvSpPr>
        <p:spPr>
          <a:xfrm>
            <a:off x="10618631" y="2628961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6F9538-9CA0-A29E-86DF-C057F75DC393}"/>
              </a:ext>
            </a:extLst>
          </p:cNvPr>
          <p:cNvCxnSpPr>
            <a:stCxn id="28" idx="3"/>
            <a:endCxn id="34" idx="0"/>
          </p:cNvCxnSpPr>
          <p:nvPr/>
        </p:nvCxnSpPr>
        <p:spPr>
          <a:xfrm flipH="1">
            <a:off x="10806639" y="2209926"/>
            <a:ext cx="298139" cy="41903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5E6402EE-C458-5361-33B2-8E5C92F75FF5}"/>
              </a:ext>
            </a:extLst>
          </p:cNvPr>
          <p:cNvSpPr/>
          <p:nvPr/>
        </p:nvSpPr>
        <p:spPr>
          <a:xfrm>
            <a:off x="9160759" y="3284790"/>
            <a:ext cx="376015" cy="37601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B9C6148-BBEC-1628-AAF3-46D67226D0A5}"/>
              </a:ext>
            </a:extLst>
          </p:cNvPr>
          <p:cNvCxnSpPr>
            <a:stCxn id="32" idx="3"/>
            <a:endCxn id="36" idx="0"/>
          </p:cNvCxnSpPr>
          <p:nvPr/>
        </p:nvCxnSpPr>
        <p:spPr>
          <a:xfrm flipH="1">
            <a:off x="9348767" y="2935179"/>
            <a:ext cx="342406" cy="34961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01CBF99-1C0E-AD29-B927-3D64886D7906}"/>
              </a:ext>
            </a:extLst>
          </p:cNvPr>
          <p:cNvSpPr/>
          <p:nvPr/>
        </p:nvSpPr>
        <p:spPr>
          <a:xfrm>
            <a:off x="6588807" y="4278570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02CE7F-A873-126B-B15B-2DC2AF16AB8E}"/>
              </a:ext>
            </a:extLst>
          </p:cNvPr>
          <p:cNvSpPr/>
          <p:nvPr/>
        </p:nvSpPr>
        <p:spPr>
          <a:xfrm>
            <a:off x="7734040" y="4261064"/>
            <a:ext cx="828942" cy="52316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59911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E4F3E-1602-B917-714D-E70DD444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Implement(Constructor):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180C0-DBE3-4C76-CD97-A6518CEA6D6F}"/>
              </a:ext>
            </a:extLst>
          </p:cNvPr>
          <p:cNvSpPr txBox="1"/>
          <p:nvPr/>
        </p:nvSpPr>
        <p:spPr>
          <a:xfrm>
            <a:off x="1066800" y="4614729"/>
            <a:ext cx="3625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python default dictionary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set to store the vertices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759238-D249-40A8-EBC1-F20C9F464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04872"/>
            <a:ext cx="57054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0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211F2-7B9C-F2EA-41C9-F52D7591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 (Add elements):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27C80-E170-AFB0-2218-18385E34CECE}"/>
              </a:ext>
            </a:extLst>
          </p:cNvPr>
          <p:cNvSpPr txBox="1"/>
          <p:nvPr/>
        </p:nvSpPr>
        <p:spPr>
          <a:xfrm>
            <a:off x="1037111" y="5167312"/>
            <a:ext cx="6358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we need to add edge to graph, so we need to add like A -&gt; 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7B87AF-14E1-6D53-00F8-05D7BD263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22" y="1890077"/>
            <a:ext cx="71532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6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94DC7-FAEB-E739-061F-5AEE687B3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Implement(BFS):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6D5D5-E00B-BD0A-4165-F02758545959}"/>
              </a:ext>
            </a:extLst>
          </p:cNvPr>
          <p:cNvSpPr txBox="1"/>
          <p:nvPr/>
        </p:nvSpPr>
        <p:spPr>
          <a:xfrm>
            <a:off x="8675246" y="1566846"/>
            <a:ext cx="26785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Create the visited set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Check the visited status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Pop from queue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B88846-8A67-5E5F-C2AD-3821D35EF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14" y="1508558"/>
            <a:ext cx="7372667" cy="497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89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83A4-937A-90F4-66A8-2CD0FF5E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 our graph and check 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CC5A5-1BCB-4482-859E-58D5DFEC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19" y="1398827"/>
            <a:ext cx="3278451" cy="545917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C12F152-828C-8034-C575-01319ECD5BA1}"/>
              </a:ext>
            </a:extLst>
          </p:cNvPr>
          <p:cNvSpPr/>
          <p:nvPr/>
        </p:nvSpPr>
        <p:spPr>
          <a:xfrm>
            <a:off x="5328138" y="3358662"/>
            <a:ext cx="562707" cy="562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9AD903-A73E-2C1F-358D-3CC97B9455FD}"/>
              </a:ext>
            </a:extLst>
          </p:cNvPr>
          <p:cNvSpPr/>
          <p:nvPr/>
        </p:nvSpPr>
        <p:spPr>
          <a:xfrm>
            <a:off x="6694741" y="2529207"/>
            <a:ext cx="562707" cy="562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A193E7-69A9-14D4-469E-81936D9CB9BE}"/>
              </a:ext>
            </a:extLst>
          </p:cNvPr>
          <p:cNvSpPr/>
          <p:nvPr/>
        </p:nvSpPr>
        <p:spPr>
          <a:xfrm>
            <a:off x="6694741" y="4245580"/>
            <a:ext cx="562707" cy="562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953BD7-23D0-A259-EF1A-D71A21731CCA}"/>
              </a:ext>
            </a:extLst>
          </p:cNvPr>
          <p:cNvSpPr/>
          <p:nvPr/>
        </p:nvSpPr>
        <p:spPr>
          <a:xfrm>
            <a:off x="8770879" y="2529207"/>
            <a:ext cx="562707" cy="562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7CE9C7-B291-0E0E-6639-0291E57697D7}"/>
              </a:ext>
            </a:extLst>
          </p:cNvPr>
          <p:cNvSpPr/>
          <p:nvPr/>
        </p:nvSpPr>
        <p:spPr>
          <a:xfrm>
            <a:off x="8770879" y="4245580"/>
            <a:ext cx="562707" cy="562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6AF7240-4DE0-19A2-E235-5FCE7AEF64A4}"/>
              </a:ext>
            </a:extLst>
          </p:cNvPr>
          <p:cNvSpPr/>
          <p:nvPr/>
        </p:nvSpPr>
        <p:spPr>
          <a:xfrm>
            <a:off x="10322361" y="3358661"/>
            <a:ext cx="562707" cy="5627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13CD2F-C626-07D9-2451-E6703C0C0CBF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5808438" y="3009507"/>
            <a:ext cx="968710" cy="4315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B1ECDD-6495-D099-6405-DFD0BC3EFDAE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5808438" y="3838962"/>
            <a:ext cx="968710" cy="489025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7DAEE2-B394-BB3F-1A8C-29D556C866E5}"/>
              </a:ext>
            </a:extLst>
          </p:cNvPr>
          <p:cNvCxnSpPr>
            <a:stCxn id="7" idx="6"/>
            <a:endCxn id="9" idx="2"/>
          </p:cNvCxnSpPr>
          <p:nvPr/>
        </p:nvCxnSpPr>
        <p:spPr>
          <a:xfrm>
            <a:off x="7257448" y="2810561"/>
            <a:ext cx="1513431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B9038CF-2484-F545-3668-48CB375BF8AB}"/>
              </a:ext>
            </a:extLst>
          </p:cNvPr>
          <p:cNvCxnSpPr>
            <a:stCxn id="8" idx="6"/>
            <a:endCxn id="10" idx="2"/>
          </p:cNvCxnSpPr>
          <p:nvPr/>
        </p:nvCxnSpPr>
        <p:spPr>
          <a:xfrm>
            <a:off x="7257448" y="4526934"/>
            <a:ext cx="1513431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C1F45EC-A26F-D677-1A91-8DB1BB84B984}"/>
              </a:ext>
            </a:extLst>
          </p:cNvPr>
          <p:cNvCxnSpPr>
            <a:stCxn id="9" idx="6"/>
            <a:endCxn id="11" idx="1"/>
          </p:cNvCxnSpPr>
          <p:nvPr/>
        </p:nvCxnSpPr>
        <p:spPr>
          <a:xfrm>
            <a:off x="9333586" y="2810561"/>
            <a:ext cx="1071182" cy="63050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7855CE-9F69-4E81-71FF-54E8000F6B2F}"/>
              </a:ext>
            </a:extLst>
          </p:cNvPr>
          <p:cNvSpPr txBox="1"/>
          <p:nvPr/>
        </p:nvSpPr>
        <p:spPr>
          <a:xfrm>
            <a:off x="5328138" y="5859693"/>
            <a:ext cx="476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Code resource: https://github.com/AndyFCui/bfs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02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DAD603-9DE4-0C29-8456-AEFC062C64F4}"/>
              </a:ext>
            </a:extLst>
          </p:cNvPr>
          <p:cNvSpPr/>
          <p:nvPr/>
        </p:nvSpPr>
        <p:spPr>
          <a:xfrm>
            <a:off x="2049603" y="2532621"/>
            <a:ext cx="809279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7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Thanks for watching </a:t>
            </a:r>
          </a:p>
        </p:txBody>
      </p:sp>
    </p:spTree>
    <p:extLst>
      <p:ext uri="{BB962C8B-B14F-4D97-AF65-F5344CB8AC3E}">
        <p14:creationId xmlns:p14="http://schemas.microsoft.com/office/powerpoint/2010/main" val="184822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555</Words>
  <Application>Microsoft Office PowerPoint</Application>
  <PresentationFormat>Widescreen</PresentationFormat>
  <Paragraphs>188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CMBX10</vt:lpstr>
      <vt:lpstr>CMMI10</vt:lpstr>
      <vt:lpstr>CMR10</vt:lpstr>
      <vt:lpstr>Arial</vt:lpstr>
      <vt:lpstr>Calibri</vt:lpstr>
      <vt:lpstr>Calibri Light</vt:lpstr>
      <vt:lpstr>Wingdings</vt:lpstr>
      <vt:lpstr>Office Theme</vt:lpstr>
      <vt:lpstr>BFS Algorithm</vt:lpstr>
      <vt:lpstr>What is BFS</vt:lpstr>
      <vt:lpstr>Example for a graph: </vt:lpstr>
      <vt:lpstr>For DFS processing  </vt:lpstr>
      <vt:lpstr>For DFS processing</vt:lpstr>
      <vt:lpstr>For DFS processing  </vt:lpstr>
      <vt:lpstr>For DFS processing  </vt:lpstr>
      <vt:lpstr>For DFS processing  </vt:lpstr>
      <vt:lpstr>Implement in data structure? </vt:lpstr>
      <vt:lpstr>Implement in code? </vt:lpstr>
      <vt:lpstr>Implement in code? </vt:lpstr>
      <vt:lpstr>Implement in code? </vt:lpstr>
      <vt:lpstr>Implement in code? </vt:lpstr>
      <vt:lpstr>Implement in code? </vt:lpstr>
      <vt:lpstr>Code Implement(Constructor): </vt:lpstr>
      <vt:lpstr>Code Implement (Add elements): </vt:lpstr>
      <vt:lpstr>Code Implement(BFS):</vt:lpstr>
      <vt:lpstr>Enter our graph and check output: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BFS Algorithm</dc:title>
  <dc:creator>Cui Andy</dc:creator>
  <cp:lastModifiedBy>Cui Andy</cp:lastModifiedBy>
  <cp:revision>1</cp:revision>
  <dcterms:created xsi:type="dcterms:W3CDTF">2022-05-10T10:29:51Z</dcterms:created>
  <dcterms:modified xsi:type="dcterms:W3CDTF">2022-05-10T13:20:19Z</dcterms:modified>
</cp:coreProperties>
</file>